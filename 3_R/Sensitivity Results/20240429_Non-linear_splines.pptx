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6" r:id="rId4"/>
    <p:sldId id="267" r:id="rId5"/>
    <p:sldId id="268" r:id="rId6"/>
    <p:sldId id="269" r:id="rId7"/>
    <p:sldId id="270" r:id="rId8"/>
    <p:sldId id="271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FB"/>
    <a:srgbClr val="0F9ED5"/>
    <a:srgbClr val="FFE38B"/>
    <a:srgbClr val="BCE292"/>
    <a:srgbClr val="E1F2C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1C3EFB-38A2-450A-BDE4-0B04BE9D1E31}" v="207" dt="2024-04-30T17:13:28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3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a  Offner" userId="37b5ffd7-1d25-4f77-866b-96976fed6612" providerId="ADAL" clId="{C21C3EFB-38A2-450A-BDE4-0B04BE9D1E31}"/>
    <pc:docChg chg="undo redo custSel addSld delSld modSld sldOrd">
      <pc:chgData name="Claudia  Offner" userId="37b5ffd7-1d25-4f77-866b-96976fed6612" providerId="ADAL" clId="{C21C3EFB-38A2-450A-BDE4-0B04BE9D1E31}" dt="2024-05-20T11:17:42.195" v="7000" actId="47"/>
      <pc:docMkLst>
        <pc:docMk/>
      </pc:docMkLst>
      <pc:sldChg chg="del">
        <pc:chgData name="Claudia  Offner" userId="37b5ffd7-1d25-4f77-866b-96976fed6612" providerId="ADAL" clId="{C21C3EFB-38A2-450A-BDE4-0B04BE9D1E31}" dt="2024-04-29T15:32:26.439" v="0" actId="47"/>
        <pc:sldMkLst>
          <pc:docMk/>
          <pc:sldMk cId="2457235870" sldId="258"/>
        </pc:sldMkLst>
      </pc:sldChg>
      <pc:sldChg chg="del">
        <pc:chgData name="Claudia  Offner" userId="37b5ffd7-1d25-4f77-866b-96976fed6612" providerId="ADAL" clId="{C21C3EFB-38A2-450A-BDE4-0B04BE9D1E31}" dt="2024-04-29T15:32:26.439" v="0" actId="47"/>
        <pc:sldMkLst>
          <pc:docMk/>
          <pc:sldMk cId="3595104368" sldId="259"/>
        </pc:sldMkLst>
      </pc:sldChg>
      <pc:sldChg chg="add del">
        <pc:chgData name="Claudia  Offner" userId="37b5ffd7-1d25-4f77-866b-96976fed6612" providerId="ADAL" clId="{C21C3EFB-38A2-450A-BDE4-0B04BE9D1E31}" dt="2024-05-20T11:17:41.357" v="6999" actId="47"/>
        <pc:sldMkLst>
          <pc:docMk/>
          <pc:sldMk cId="2994191881" sldId="260"/>
        </pc:sldMkLst>
      </pc:sldChg>
      <pc:sldChg chg="add del">
        <pc:chgData name="Claudia  Offner" userId="37b5ffd7-1d25-4f77-866b-96976fed6612" providerId="ADAL" clId="{C21C3EFB-38A2-450A-BDE4-0B04BE9D1E31}" dt="2024-05-20T11:17:42.195" v="7000" actId="47"/>
        <pc:sldMkLst>
          <pc:docMk/>
          <pc:sldMk cId="1280702555" sldId="261"/>
        </pc:sldMkLst>
      </pc:sldChg>
      <pc:sldChg chg="addSp modSp new mod ord">
        <pc:chgData name="Claudia  Offner" userId="37b5ffd7-1d25-4f77-866b-96976fed6612" providerId="ADAL" clId="{C21C3EFB-38A2-450A-BDE4-0B04BE9D1E31}" dt="2024-04-30T17:22:58" v="6998" actId="1076"/>
        <pc:sldMkLst>
          <pc:docMk/>
          <pc:sldMk cId="2047249596" sldId="262"/>
        </pc:sldMkLst>
        <pc:spChg chg="add mod">
          <ac:chgData name="Claudia  Offner" userId="37b5ffd7-1d25-4f77-866b-96976fed6612" providerId="ADAL" clId="{C21C3EFB-38A2-450A-BDE4-0B04BE9D1E31}" dt="2024-04-30T17:22:58" v="6998" actId="1076"/>
          <ac:spMkLst>
            <pc:docMk/>
            <pc:sldMk cId="2047249596" sldId="262"/>
            <ac:spMk id="4" creationId="{F6A5B33C-7B90-D742-279C-6BA005E9EAC7}"/>
          </ac:spMkLst>
        </pc:spChg>
        <pc:graphicFrameChg chg="add mod modGraphic">
          <ac:chgData name="Claudia  Offner" userId="37b5ffd7-1d25-4f77-866b-96976fed6612" providerId="ADAL" clId="{C21C3EFB-38A2-450A-BDE4-0B04BE9D1E31}" dt="2024-04-30T12:50:23.537" v="2827" actId="115"/>
          <ac:graphicFrameMkLst>
            <pc:docMk/>
            <pc:sldMk cId="2047249596" sldId="262"/>
            <ac:graphicFrameMk id="2" creationId="{725B55A2-3399-768D-06FB-8FF3B2932C51}"/>
          </ac:graphicFrameMkLst>
        </pc:graphicFrameChg>
      </pc:sldChg>
      <pc:sldChg chg="addSp delSp modSp new mod ord modClrScheme chgLayout">
        <pc:chgData name="Claudia  Offner" userId="37b5ffd7-1d25-4f77-866b-96976fed6612" providerId="ADAL" clId="{C21C3EFB-38A2-450A-BDE4-0B04BE9D1E31}" dt="2024-04-30T16:58:05.744" v="5356" actId="14100"/>
        <pc:sldMkLst>
          <pc:docMk/>
          <pc:sldMk cId="2696669738" sldId="263"/>
        </pc:sldMkLst>
        <pc:spChg chg="add mod ord">
          <ac:chgData name="Claudia  Offner" userId="37b5ffd7-1d25-4f77-866b-96976fed6612" providerId="ADAL" clId="{C21C3EFB-38A2-450A-BDE4-0B04BE9D1E31}" dt="2024-04-30T15:25:54.116" v="4014" actId="403"/>
          <ac:spMkLst>
            <pc:docMk/>
            <pc:sldMk cId="2696669738" sldId="263"/>
            <ac:spMk id="2" creationId="{95125381-F1D0-6964-EAA7-737C3656BF41}"/>
          </ac:spMkLst>
        </pc:spChg>
        <pc:spChg chg="add mod">
          <ac:chgData name="Claudia  Offner" userId="37b5ffd7-1d25-4f77-866b-96976fed6612" providerId="ADAL" clId="{C21C3EFB-38A2-450A-BDE4-0B04BE9D1E31}" dt="2024-04-30T10:54:39.389" v="1590"/>
          <ac:spMkLst>
            <pc:docMk/>
            <pc:sldMk cId="2696669738" sldId="263"/>
            <ac:spMk id="3" creationId="{07079A45-386B-6A32-84B1-E08C67FD5FF5}"/>
          </ac:spMkLst>
        </pc:spChg>
        <pc:spChg chg="add mod ord">
          <ac:chgData name="Claudia  Offner" userId="37b5ffd7-1d25-4f77-866b-96976fed6612" providerId="ADAL" clId="{C21C3EFB-38A2-450A-BDE4-0B04BE9D1E31}" dt="2024-04-30T15:26:29.650" v="4021" actId="20577"/>
          <ac:spMkLst>
            <pc:docMk/>
            <pc:sldMk cId="2696669738" sldId="263"/>
            <ac:spMk id="4" creationId="{78832ED4-5CDB-933A-19BF-4C9CA196F724}"/>
          </ac:spMkLst>
        </pc:spChg>
        <pc:spChg chg="add del mod ord">
          <ac:chgData name="Claudia  Offner" userId="37b5ffd7-1d25-4f77-866b-96976fed6612" providerId="ADAL" clId="{C21C3EFB-38A2-450A-BDE4-0B04BE9D1E31}" dt="2024-04-30T10:56:14.556" v="1793" actId="478"/>
          <ac:spMkLst>
            <pc:docMk/>
            <pc:sldMk cId="2696669738" sldId="263"/>
            <ac:spMk id="5" creationId="{51318DA7-D616-C971-5B4D-80FCD2B5E83B}"/>
          </ac:spMkLst>
        </pc:spChg>
        <pc:spChg chg="add mod ord">
          <ac:chgData name="Claudia  Offner" userId="37b5ffd7-1d25-4f77-866b-96976fed6612" providerId="ADAL" clId="{C21C3EFB-38A2-450A-BDE4-0B04BE9D1E31}" dt="2024-04-30T15:26:11.144" v="4016" actId="27636"/>
          <ac:spMkLst>
            <pc:docMk/>
            <pc:sldMk cId="2696669738" sldId="263"/>
            <ac:spMk id="6" creationId="{47A1A7DD-F444-A692-CACC-F2904E2E59A8}"/>
          </ac:spMkLst>
        </pc:spChg>
        <pc:spChg chg="add del mod ord">
          <ac:chgData name="Claudia  Offner" userId="37b5ffd7-1d25-4f77-866b-96976fed6612" providerId="ADAL" clId="{C21C3EFB-38A2-450A-BDE4-0B04BE9D1E31}" dt="2024-04-30T10:56:17.728" v="1794" actId="478"/>
          <ac:spMkLst>
            <pc:docMk/>
            <pc:sldMk cId="2696669738" sldId="263"/>
            <ac:spMk id="7" creationId="{3E63013A-2F82-18ED-22D2-9A6C9C96D413}"/>
          </ac:spMkLst>
        </pc:spChg>
        <pc:spChg chg="add">
          <ac:chgData name="Claudia  Offner" userId="37b5ffd7-1d25-4f77-866b-96976fed6612" providerId="ADAL" clId="{C21C3EFB-38A2-450A-BDE4-0B04BE9D1E31}" dt="2024-04-30T14:59:30.876" v="3043"/>
          <ac:spMkLst>
            <pc:docMk/>
            <pc:sldMk cId="2696669738" sldId="263"/>
            <ac:spMk id="8" creationId="{6F020D36-D891-AD14-0A10-615617D904FA}"/>
          </ac:spMkLst>
        </pc:spChg>
        <pc:spChg chg="add">
          <ac:chgData name="Claudia  Offner" userId="37b5ffd7-1d25-4f77-866b-96976fed6612" providerId="ADAL" clId="{C21C3EFB-38A2-450A-BDE4-0B04BE9D1E31}" dt="2024-04-30T14:59:49.510" v="3046"/>
          <ac:spMkLst>
            <pc:docMk/>
            <pc:sldMk cId="2696669738" sldId="263"/>
            <ac:spMk id="10" creationId="{ECA01D4A-8D35-9753-83C1-97F9FCDD36EE}"/>
          </ac:spMkLst>
        </pc:spChg>
        <pc:spChg chg="add">
          <ac:chgData name="Claudia  Offner" userId="37b5ffd7-1d25-4f77-866b-96976fed6612" providerId="ADAL" clId="{C21C3EFB-38A2-450A-BDE4-0B04BE9D1E31}" dt="2024-04-30T15:00:04.844" v="3050"/>
          <ac:spMkLst>
            <pc:docMk/>
            <pc:sldMk cId="2696669738" sldId="263"/>
            <ac:spMk id="12" creationId="{0A84A059-E2D3-E70A-CB29-ED3768C09073}"/>
          </ac:spMkLst>
        </pc:spChg>
        <pc:spChg chg="add mod">
          <ac:chgData name="Claudia  Offner" userId="37b5ffd7-1d25-4f77-866b-96976fed6612" providerId="ADAL" clId="{C21C3EFB-38A2-450A-BDE4-0B04BE9D1E31}" dt="2024-04-30T15:25:43.527" v="4002" actId="1076"/>
          <ac:spMkLst>
            <pc:docMk/>
            <pc:sldMk cId="2696669738" sldId="263"/>
            <ac:spMk id="15" creationId="{F344C986-FB42-BF56-01E9-FAAF68037AFA}"/>
          </ac:spMkLst>
        </pc:spChg>
        <pc:spChg chg="add">
          <ac:chgData name="Claudia  Offner" userId="37b5ffd7-1d25-4f77-866b-96976fed6612" providerId="ADAL" clId="{C21C3EFB-38A2-450A-BDE4-0B04BE9D1E31}" dt="2024-04-30T15:11:08.054" v="3466"/>
          <ac:spMkLst>
            <pc:docMk/>
            <pc:sldMk cId="2696669738" sldId="263"/>
            <ac:spMk id="16" creationId="{F5B2223E-8B1C-1318-7250-EAA4BE69695E}"/>
          </ac:spMkLst>
        </pc:spChg>
        <pc:spChg chg="add del">
          <ac:chgData name="Claudia  Offner" userId="37b5ffd7-1d25-4f77-866b-96976fed6612" providerId="ADAL" clId="{C21C3EFB-38A2-450A-BDE4-0B04BE9D1E31}" dt="2024-04-30T15:13:29.601" v="3481" actId="22"/>
          <ac:spMkLst>
            <pc:docMk/>
            <pc:sldMk cId="2696669738" sldId="263"/>
            <ac:spMk id="19" creationId="{3D5960BC-02B9-2F2A-9B4B-143104C5AE94}"/>
          </ac:spMkLst>
        </pc:spChg>
        <pc:spChg chg="add mod">
          <ac:chgData name="Claudia  Offner" userId="37b5ffd7-1d25-4f77-866b-96976fed6612" providerId="ADAL" clId="{C21C3EFB-38A2-450A-BDE4-0B04BE9D1E31}" dt="2024-04-30T15:25:43.527" v="4002" actId="1076"/>
          <ac:spMkLst>
            <pc:docMk/>
            <pc:sldMk cId="2696669738" sldId="263"/>
            <ac:spMk id="21" creationId="{922FBD81-FADA-05B3-0A21-F8BF26A50B6A}"/>
          </ac:spMkLst>
        </pc:spChg>
        <pc:spChg chg="add mod">
          <ac:chgData name="Claudia  Offner" userId="37b5ffd7-1d25-4f77-866b-96976fed6612" providerId="ADAL" clId="{C21C3EFB-38A2-450A-BDE4-0B04BE9D1E31}" dt="2024-04-30T15:26:21.661" v="4019" actId="1076"/>
          <ac:spMkLst>
            <pc:docMk/>
            <pc:sldMk cId="2696669738" sldId="263"/>
            <ac:spMk id="22" creationId="{0AF89916-B5D1-4EFD-7DED-0E781192F3E7}"/>
          </ac:spMkLst>
        </pc:spChg>
        <pc:spChg chg="add mod">
          <ac:chgData name="Claudia  Offner" userId="37b5ffd7-1d25-4f77-866b-96976fed6612" providerId="ADAL" clId="{C21C3EFB-38A2-450A-BDE4-0B04BE9D1E31}" dt="2024-04-30T15:26:24.773" v="4020" actId="1076"/>
          <ac:spMkLst>
            <pc:docMk/>
            <pc:sldMk cId="2696669738" sldId="263"/>
            <ac:spMk id="23" creationId="{FA8DD366-83DA-C3BA-2F88-3CD20337177B}"/>
          </ac:spMkLst>
        </pc:spChg>
        <pc:spChg chg="add mod">
          <ac:chgData name="Claudia  Offner" userId="37b5ffd7-1d25-4f77-866b-96976fed6612" providerId="ADAL" clId="{C21C3EFB-38A2-450A-BDE4-0B04BE9D1E31}" dt="2024-04-30T16:58:05.744" v="5356" actId="14100"/>
          <ac:spMkLst>
            <pc:docMk/>
            <pc:sldMk cId="2696669738" sldId="263"/>
            <ac:spMk id="24" creationId="{1EAA5C20-D090-BD3A-F5E8-8FB8896ED8BE}"/>
          </ac:spMkLst>
        </pc:spChg>
        <pc:picChg chg="add del">
          <ac:chgData name="Claudia  Offner" userId="37b5ffd7-1d25-4f77-866b-96976fed6612" providerId="ADAL" clId="{C21C3EFB-38A2-450A-BDE4-0B04BE9D1E31}" dt="2024-04-30T14:59:42.669" v="3045" actId="478"/>
          <ac:picMkLst>
            <pc:docMk/>
            <pc:sldMk cId="2696669738" sldId="263"/>
            <ac:picMk id="9" creationId="{71349CB8-D860-697D-90D0-BE289925A19F}"/>
          </ac:picMkLst>
        </pc:picChg>
        <pc:picChg chg="add mod">
          <ac:chgData name="Claudia  Offner" userId="37b5ffd7-1d25-4f77-866b-96976fed6612" providerId="ADAL" clId="{C21C3EFB-38A2-450A-BDE4-0B04BE9D1E31}" dt="2024-04-30T15:25:43.527" v="4002" actId="1076"/>
          <ac:picMkLst>
            <pc:docMk/>
            <pc:sldMk cId="2696669738" sldId="263"/>
            <ac:picMk id="11" creationId="{84B3B9C0-4DD0-4792-F76B-0EC55C75F911}"/>
          </ac:picMkLst>
        </pc:picChg>
        <pc:picChg chg="add mod">
          <ac:chgData name="Claudia  Offner" userId="37b5ffd7-1d25-4f77-866b-96976fed6612" providerId="ADAL" clId="{C21C3EFB-38A2-450A-BDE4-0B04BE9D1E31}" dt="2024-04-30T15:25:43.527" v="4002" actId="1076"/>
          <ac:picMkLst>
            <pc:docMk/>
            <pc:sldMk cId="2696669738" sldId="263"/>
            <ac:picMk id="13" creationId="{928B1B6A-8AB8-CBC3-042C-43C5FE9BFAE2}"/>
          </ac:picMkLst>
        </pc:picChg>
        <pc:picChg chg="add del">
          <ac:chgData name="Claudia  Offner" userId="37b5ffd7-1d25-4f77-866b-96976fed6612" providerId="ADAL" clId="{C21C3EFB-38A2-450A-BDE4-0B04BE9D1E31}" dt="2024-04-30T15:11:11.368" v="3468" actId="21"/>
          <ac:picMkLst>
            <pc:docMk/>
            <pc:sldMk cId="2696669738" sldId="263"/>
            <ac:picMk id="17" creationId="{F279140D-AD4C-A6C3-2990-9D0A340CD0C8}"/>
          </ac:picMkLst>
        </pc:picChg>
      </pc:sldChg>
      <pc:sldChg chg="new del">
        <pc:chgData name="Claudia  Offner" userId="37b5ffd7-1d25-4f77-866b-96976fed6612" providerId="ADAL" clId="{C21C3EFB-38A2-450A-BDE4-0B04BE9D1E31}" dt="2024-04-30T10:54:27.017" v="1580" actId="47"/>
        <pc:sldMkLst>
          <pc:docMk/>
          <pc:sldMk cId="72967852" sldId="264"/>
        </pc:sldMkLst>
      </pc:sldChg>
      <pc:sldChg chg="addSp delSp modSp add del mod ord">
        <pc:chgData name="Claudia  Offner" userId="37b5ffd7-1d25-4f77-866b-96976fed6612" providerId="ADAL" clId="{C21C3EFB-38A2-450A-BDE4-0B04BE9D1E31}" dt="2024-04-30T17:13:30.480" v="6368" actId="47"/>
        <pc:sldMkLst>
          <pc:docMk/>
          <pc:sldMk cId="1666260793" sldId="265"/>
        </pc:sldMkLst>
        <pc:spChg chg="mod">
          <ac:chgData name="Claudia  Offner" userId="37b5ffd7-1d25-4f77-866b-96976fed6612" providerId="ADAL" clId="{C21C3EFB-38A2-450A-BDE4-0B04BE9D1E31}" dt="2024-04-30T12:51:31.745" v="2936" actId="403"/>
          <ac:spMkLst>
            <pc:docMk/>
            <pc:sldMk cId="1666260793" sldId="265"/>
            <ac:spMk id="2" creationId="{95125381-F1D0-6964-EAA7-737C3656BF41}"/>
          </ac:spMkLst>
        </pc:spChg>
        <pc:spChg chg="add del mod">
          <ac:chgData name="Claudia  Offner" userId="37b5ffd7-1d25-4f77-866b-96976fed6612" providerId="ADAL" clId="{C21C3EFB-38A2-450A-BDE4-0B04BE9D1E31}" dt="2024-04-30T17:13:27.114" v="6366" actId="21"/>
          <ac:spMkLst>
            <pc:docMk/>
            <pc:sldMk cId="1666260793" sldId="265"/>
            <ac:spMk id="3" creationId="{E74B2F8D-E343-C026-A68D-659E37C1D058}"/>
          </ac:spMkLst>
        </pc:spChg>
        <pc:spChg chg="add del mod">
          <ac:chgData name="Claudia  Offner" userId="37b5ffd7-1d25-4f77-866b-96976fed6612" providerId="ADAL" clId="{C21C3EFB-38A2-450A-BDE4-0B04BE9D1E31}" dt="2024-04-30T17:13:27.114" v="6366" actId="21"/>
          <ac:spMkLst>
            <pc:docMk/>
            <pc:sldMk cId="1666260793" sldId="265"/>
            <ac:spMk id="4" creationId="{DD6C61DE-2026-350D-A383-562267432D7B}"/>
          </ac:spMkLst>
        </pc:spChg>
      </pc:sldChg>
      <pc:sldChg chg="addSp delSp modSp new mod modClrScheme chgLayout">
        <pc:chgData name="Claudia  Offner" userId="37b5ffd7-1d25-4f77-866b-96976fed6612" providerId="ADAL" clId="{C21C3EFB-38A2-450A-BDE4-0B04BE9D1E31}" dt="2024-04-30T17:01:09.158" v="5485" actId="1076"/>
        <pc:sldMkLst>
          <pc:docMk/>
          <pc:sldMk cId="1261510714" sldId="266"/>
        </pc:sldMkLst>
        <pc:spChg chg="del">
          <ac:chgData name="Claudia  Offner" userId="37b5ffd7-1d25-4f77-866b-96976fed6612" providerId="ADAL" clId="{C21C3EFB-38A2-450A-BDE4-0B04BE9D1E31}" dt="2024-04-30T15:11:16.298" v="3470" actId="700"/>
          <ac:spMkLst>
            <pc:docMk/>
            <pc:sldMk cId="1261510714" sldId="266"/>
            <ac:spMk id="2" creationId="{C55A86BC-A233-1A7D-1367-4699F747FBBF}"/>
          </ac:spMkLst>
        </pc:spChg>
        <pc:spChg chg="del">
          <ac:chgData name="Claudia  Offner" userId="37b5ffd7-1d25-4f77-866b-96976fed6612" providerId="ADAL" clId="{C21C3EFB-38A2-450A-BDE4-0B04BE9D1E31}" dt="2024-04-30T15:11:16.298" v="3470" actId="700"/>
          <ac:spMkLst>
            <pc:docMk/>
            <pc:sldMk cId="1261510714" sldId="266"/>
            <ac:spMk id="3" creationId="{730815A9-B6D4-40A4-7062-EB99BA6EF320}"/>
          </ac:spMkLst>
        </pc:spChg>
        <pc:spChg chg="del">
          <ac:chgData name="Claudia  Offner" userId="37b5ffd7-1d25-4f77-866b-96976fed6612" providerId="ADAL" clId="{C21C3EFB-38A2-450A-BDE4-0B04BE9D1E31}" dt="2024-04-30T15:11:16.298" v="3470" actId="700"/>
          <ac:spMkLst>
            <pc:docMk/>
            <pc:sldMk cId="1261510714" sldId="266"/>
            <ac:spMk id="4" creationId="{E189297D-493A-B14D-9FDF-BDCEBE2E3850}"/>
          </ac:spMkLst>
        </pc:spChg>
        <pc:spChg chg="del">
          <ac:chgData name="Claudia  Offner" userId="37b5ffd7-1d25-4f77-866b-96976fed6612" providerId="ADAL" clId="{C21C3EFB-38A2-450A-BDE4-0B04BE9D1E31}" dt="2024-04-30T15:11:16.298" v="3470" actId="700"/>
          <ac:spMkLst>
            <pc:docMk/>
            <pc:sldMk cId="1261510714" sldId="266"/>
            <ac:spMk id="5" creationId="{8E5FB52A-0900-2775-0C39-88C7983FA924}"/>
          </ac:spMkLst>
        </pc:spChg>
        <pc:spChg chg="del">
          <ac:chgData name="Claudia  Offner" userId="37b5ffd7-1d25-4f77-866b-96976fed6612" providerId="ADAL" clId="{C21C3EFB-38A2-450A-BDE4-0B04BE9D1E31}" dt="2024-04-30T15:11:16.298" v="3470" actId="700"/>
          <ac:spMkLst>
            <pc:docMk/>
            <pc:sldMk cId="1261510714" sldId="266"/>
            <ac:spMk id="6" creationId="{B747E040-897F-68AE-D7A6-1B97FD9B5C57}"/>
          </ac:spMkLst>
        </pc:spChg>
        <pc:spChg chg="add mod">
          <ac:chgData name="Claudia  Offner" userId="37b5ffd7-1d25-4f77-866b-96976fed6612" providerId="ADAL" clId="{C21C3EFB-38A2-450A-BDE4-0B04BE9D1E31}" dt="2024-04-30T15:45:13.955" v="4312" actId="1076"/>
          <ac:spMkLst>
            <pc:docMk/>
            <pc:sldMk cId="1261510714" sldId="266"/>
            <ac:spMk id="7" creationId="{22912E13-2C99-2329-C9F6-2CA96DAA9991}"/>
          </ac:spMkLst>
        </pc:spChg>
        <pc:spChg chg="add mod">
          <ac:chgData name="Claudia  Offner" userId="37b5ffd7-1d25-4f77-866b-96976fed6612" providerId="ADAL" clId="{C21C3EFB-38A2-450A-BDE4-0B04BE9D1E31}" dt="2024-04-30T15:52:34.128" v="4435" actId="122"/>
          <ac:spMkLst>
            <pc:docMk/>
            <pc:sldMk cId="1261510714" sldId="266"/>
            <ac:spMk id="8" creationId="{C99A75B6-C370-88BA-AAFA-532BF7FE0ECE}"/>
          </ac:spMkLst>
        </pc:spChg>
        <pc:spChg chg="add">
          <ac:chgData name="Claudia  Offner" userId="37b5ffd7-1d25-4f77-866b-96976fed6612" providerId="ADAL" clId="{C21C3EFB-38A2-450A-BDE4-0B04BE9D1E31}" dt="2024-04-30T15:28:10.869" v="4052"/>
          <ac:spMkLst>
            <pc:docMk/>
            <pc:sldMk cId="1261510714" sldId="266"/>
            <ac:spMk id="9" creationId="{E55A4E62-13DD-DA7A-2A80-E8F2F80370F9}"/>
          </ac:spMkLst>
        </pc:spChg>
        <pc:spChg chg="add">
          <ac:chgData name="Claudia  Offner" userId="37b5ffd7-1d25-4f77-866b-96976fed6612" providerId="ADAL" clId="{C21C3EFB-38A2-450A-BDE4-0B04BE9D1E31}" dt="2024-04-30T15:28:26.066" v="4056"/>
          <ac:spMkLst>
            <pc:docMk/>
            <pc:sldMk cId="1261510714" sldId="266"/>
            <ac:spMk id="11" creationId="{0DE951F1-2F4E-63BF-5F0D-D8AA251DBA71}"/>
          </ac:spMkLst>
        </pc:spChg>
        <pc:spChg chg="add">
          <ac:chgData name="Claudia  Offner" userId="37b5ffd7-1d25-4f77-866b-96976fed6612" providerId="ADAL" clId="{C21C3EFB-38A2-450A-BDE4-0B04BE9D1E31}" dt="2024-04-30T15:28:36.377" v="4059"/>
          <ac:spMkLst>
            <pc:docMk/>
            <pc:sldMk cId="1261510714" sldId="266"/>
            <ac:spMk id="13" creationId="{B176F288-F866-CBA4-9058-385C8C119549}"/>
          </ac:spMkLst>
        </pc:spChg>
        <pc:spChg chg="add">
          <ac:chgData name="Claudia  Offner" userId="37b5ffd7-1d25-4f77-866b-96976fed6612" providerId="ADAL" clId="{C21C3EFB-38A2-450A-BDE4-0B04BE9D1E31}" dt="2024-04-30T15:28:56.670" v="4062"/>
          <ac:spMkLst>
            <pc:docMk/>
            <pc:sldMk cId="1261510714" sldId="266"/>
            <ac:spMk id="15" creationId="{ABE0C968-B7DB-8A66-995C-54394E0D1AFD}"/>
          </ac:spMkLst>
        </pc:spChg>
        <pc:spChg chg="add">
          <ac:chgData name="Claudia  Offner" userId="37b5ffd7-1d25-4f77-866b-96976fed6612" providerId="ADAL" clId="{C21C3EFB-38A2-450A-BDE4-0B04BE9D1E31}" dt="2024-04-30T15:29:05.528" v="4065"/>
          <ac:spMkLst>
            <pc:docMk/>
            <pc:sldMk cId="1261510714" sldId="266"/>
            <ac:spMk id="18" creationId="{BBA3253A-7CF4-86FC-74D1-88E910E1099C}"/>
          </ac:spMkLst>
        </pc:spChg>
        <pc:spChg chg="add">
          <ac:chgData name="Claudia  Offner" userId="37b5ffd7-1d25-4f77-866b-96976fed6612" providerId="ADAL" clId="{C21C3EFB-38A2-450A-BDE4-0B04BE9D1E31}" dt="2024-04-30T15:29:16.353" v="4068"/>
          <ac:spMkLst>
            <pc:docMk/>
            <pc:sldMk cId="1261510714" sldId="266"/>
            <ac:spMk id="20" creationId="{14973298-D819-4EE1-E9A2-3C174F458BEF}"/>
          </ac:spMkLst>
        </pc:spChg>
        <pc:spChg chg="add mod">
          <ac:chgData name="Claudia  Offner" userId="37b5ffd7-1d25-4f77-866b-96976fed6612" providerId="ADAL" clId="{C21C3EFB-38A2-450A-BDE4-0B04BE9D1E31}" dt="2024-04-30T15:51:58.659" v="4432" actId="113"/>
          <ac:spMkLst>
            <pc:docMk/>
            <pc:sldMk cId="1261510714" sldId="266"/>
            <ac:spMk id="23" creationId="{CF11DE2B-150D-EA28-3F9E-508000F1165D}"/>
          </ac:spMkLst>
        </pc:spChg>
        <pc:spChg chg="add mod">
          <ac:chgData name="Claudia  Offner" userId="37b5ffd7-1d25-4f77-866b-96976fed6612" providerId="ADAL" clId="{C21C3EFB-38A2-450A-BDE4-0B04BE9D1E31}" dt="2024-04-30T15:36:19.573" v="4244" actId="164"/>
          <ac:spMkLst>
            <pc:docMk/>
            <pc:sldMk cId="1261510714" sldId="266"/>
            <ac:spMk id="26" creationId="{DA52EDA6-E590-728C-BFB1-65252FECBACF}"/>
          </ac:spMkLst>
        </pc:spChg>
        <pc:spChg chg="add mod">
          <ac:chgData name="Claudia  Offner" userId="37b5ffd7-1d25-4f77-866b-96976fed6612" providerId="ADAL" clId="{C21C3EFB-38A2-450A-BDE4-0B04BE9D1E31}" dt="2024-04-30T15:38:50.385" v="4292" actId="20577"/>
          <ac:spMkLst>
            <pc:docMk/>
            <pc:sldMk cId="1261510714" sldId="266"/>
            <ac:spMk id="27" creationId="{30206887-423D-8F73-F1CB-DF3816A53EF6}"/>
          </ac:spMkLst>
        </pc:spChg>
        <pc:spChg chg="add mod">
          <ac:chgData name="Claudia  Offner" userId="37b5ffd7-1d25-4f77-866b-96976fed6612" providerId="ADAL" clId="{C21C3EFB-38A2-450A-BDE4-0B04BE9D1E31}" dt="2024-04-30T15:36:30.169" v="4252" actId="20577"/>
          <ac:spMkLst>
            <pc:docMk/>
            <pc:sldMk cId="1261510714" sldId="266"/>
            <ac:spMk id="28" creationId="{5D868451-FF8E-3FF6-4D78-E890FE35B06E}"/>
          </ac:spMkLst>
        </pc:spChg>
        <pc:spChg chg="add mod">
          <ac:chgData name="Claudia  Offner" userId="37b5ffd7-1d25-4f77-866b-96976fed6612" providerId="ADAL" clId="{C21C3EFB-38A2-450A-BDE4-0B04BE9D1E31}" dt="2024-04-30T15:38:56.853" v="4294" actId="20577"/>
          <ac:spMkLst>
            <pc:docMk/>
            <pc:sldMk cId="1261510714" sldId="266"/>
            <ac:spMk id="29" creationId="{BF488F2B-43F3-8752-6885-F060D0EA1659}"/>
          </ac:spMkLst>
        </pc:spChg>
        <pc:spChg chg="add mod">
          <ac:chgData name="Claudia  Offner" userId="37b5ffd7-1d25-4f77-866b-96976fed6612" providerId="ADAL" clId="{C21C3EFB-38A2-450A-BDE4-0B04BE9D1E31}" dt="2024-04-30T15:38:26.691" v="4289" actId="20577"/>
          <ac:spMkLst>
            <pc:docMk/>
            <pc:sldMk cId="1261510714" sldId="266"/>
            <ac:spMk id="30" creationId="{990731D9-C5DF-1589-E4F3-2D470AECCCF3}"/>
          </ac:spMkLst>
        </pc:spChg>
        <pc:spChg chg="add mod">
          <ac:chgData name="Claudia  Offner" userId="37b5ffd7-1d25-4f77-866b-96976fed6612" providerId="ADAL" clId="{C21C3EFB-38A2-450A-BDE4-0B04BE9D1E31}" dt="2024-04-30T15:39:05.092" v="4296" actId="20577"/>
          <ac:spMkLst>
            <pc:docMk/>
            <pc:sldMk cId="1261510714" sldId="266"/>
            <ac:spMk id="31" creationId="{9943C05C-A28D-5265-DEF7-483BB969DCD0}"/>
          </ac:spMkLst>
        </pc:spChg>
        <pc:spChg chg="add mod">
          <ac:chgData name="Claudia  Offner" userId="37b5ffd7-1d25-4f77-866b-96976fed6612" providerId="ADAL" clId="{C21C3EFB-38A2-450A-BDE4-0B04BE9D1E31}" dt="2024-04-30T15:36:39.761" v="4268" actId="20577"/>
          <ac:spMkLst>
            <pc:docMk/>
            <pc:sldMk cId="1261510714" sldId="266"/>
            <ac:spMk id="32" creationId="{E2C94128-ADA5-8700-D479-CAD1FCB19617}"/>
          </ac:spMkLst>
        </pc:spChg>
        <pc:spChg chg="add mod">
          <ac:chgData name="Claudia  Offner" userId="37b5ffd7-1d25-4f77-866b-96976fed6612" providerId="ADAL" clId="{C21C3EFB-38A2-450A-BDE4-0B04BE9D1E31}" dt="2024-04-30T15:39:15.809" v="4298" actId="20577"/>
          <ac:spMkLst>
            <pc:docMk/>
            <pc:sldMk cId="1261510714" sldId="266"/>
            <ac:spMk id="33" creationId="{8F64F8A6-9965-F908-EC1E-470B65C7394E}"/>
          </ac:spMkLst>
        </pc:spChg>
        <pc:spChg chg="add mod">
          <ac:chgData name="Claudia  Offner" userId="37b5ffd7-1d25-4f77-866b-96976fed6612" providerId="ADAL" clId="{C21C3EFB-38A2-450A-BDE4-0B04BE9D1E31}" dt="2024-04-30T15:36:47.590" v="4275" actId="20577"/>
          <ac:spMkLst>
            <pc:docMk/>
            <pc:sldMk cId="1261510714" sldId="266"/>
            <ac:spMk id="34" creationId="{6EC5B3EE-456C-70B1-C53A-2F8994A50B2E}"/>
          </ac:spMkLst>
        </pc:spChg>
        <pc:spChg chg="add mod">
          <ac:chgData name="Claudia  Offner" userId="37b5ffd7-1d25-4f77-866b-96976fed6612" providerId="ADAL" clId="{C21C3EFB-38A2-450A-BDE4-0B04BE9D1E31}" dt="2024-04-30T15:39:22.199" v="4299" actId="20577"/>
          <ac:spMkLst>
            <pc:docMk/>
            <pc:sldMk cId="1261510714" sldId="266"/>
            <ac:spMk id="35" creationId="{0E74CB0D-2C0E-C9CF-B366-B4FC435F94FB}"/>
          </ac:spMkLst>
        </pc:spChg>
        <pc:spChg chg="add mod">
          <ac:chgData name="Claudia  Offner" userId="37b5ffd7-1d25-4f77-866b-96976fed6612" providerId="ADAL" clId="{C21C3EFB-38A2-450A-BDE4-0B04BE9D1E31}" dt="2024-04-30T15:36:51.874" v="4282" actId="20577"/>
          <ac:spMkLst>
            <pc:docMk/>
            <pc:sldMk cId="1261510714" sldId="266"/>
            <ac:spMk id="36" creationId="{8BE8B97E-52B3-3B09-420D-604975174C2D}"/>
          </ac:spMkLst>
        </pc:spChg>
        <pc:spChg chg="add mod">
          <ac:chgData name="Claudia  Offner" userId="37b5ffd7-1d25-4f77-866b-96976fed6612" providerId="ADAL" clId="{C21C3EFB-38A2-450A-BDE4-0B04BE9D1E31}" dt="2024-04-30T15:39:29.992" v="4301" actId="20577"/>
          <ac:spMkLst>
            <pc:docMk/>
            <pc:sldMk cId="1261510714" sldId="266"/>
            <ac:spMk id="37" creationId="{0D79A643-EB49-40E7-0302-90A417330371}"/>
          </ac:spMkLst>
        </pc:spChg>
        <pc:spChg chg="add">
          <ac:chgData name="Claudia  Offner" userId="37b5ffd7-1d25-4f77-866b-96976fed6612" providerId="ADAL" clId="{C21C3EFB-38A2-450A-BDE4-0B04BE9D1E31}" dt="2024-04-30T15:45:43.937" v="4314"/>
          <ac:spMkLst>
            <pc:docMk/>
            <pc:sldMk cId="1261510714" sldId="266"/>
            <ac:spMk id="40" creationId="{346E971A-A96A-E4AB-1F02-516C93EB318F}"/>
          </ac:spMkLst>
        </pc:spChg>
        <pc:spChg chg="add">
          <ac:chgData name="Claudia  Offner" userId="37b5ffd7-1d25-4f77-866b-96976fed6612" providerId="ADAL" clId="{C21C3EFB-38A2-450A-BDE4-0B04BE9D1E31}" dt="2024-04-30T15:45:55.935" v="4318"/>
          <ac:spMkLst>
            <pc:docMk/>
            <pc:sldMk cId="1261510714" sldId="266"/>
            <ac:spMk id="42" creationId="{3FC48446-66F0-6953-0EA8-2C4B227B238B}"/>
          </ac:spMkLst>
        </pc:spChg>
        <pc:spChg chg="add mod">
          <ac:chgData name="Claudia  Offner" userId="37b5ffd7-1d25-4f77-866b-96976fed6612" providerId="ADAL" clId="{C21C3EFB-38A2-450A-BDE4-0B04BE9D1E31}" dt="2024-04-30T15:47:10.783" v="4352" actId="20577"/>
          <ac:spMkLst>
            <pc:docMk/>
            <pc:sldMk cId="1261510714" sldId="266"/>
            <ac:spMk id="44" creationId="{C0194491-5157-A9B9-A99E-3F96431E3B99}"/>
          </ac:spMkLst>
        </pc:spChg>
        <pc:spChg chg="add mod">
          <ac:chgData name="Claudia  Offner" userId="37b5ffd7-1d25-4f77-866b-96976fed6612" providerId="ADAL" clId="{C21C3EFB-38A2-450A-BDE4-0B04BE9D1E31}" dt="2024-04-30T15:49:46.956" v="4379" actId="20577"/>
          <ac:spMkLst>
            <pc:docMk/>
            <pc:sldMk cId="1261510714" sldId="266"/>
            <ac:spMk id="45" creationId="{B2FADADD-31BD-3945-8199-B0DFEBF11519}"/>
          </ac:spMkLst>
        </pc:spChg>
        <pc:spChg chg="add mod">
          <ac:chgData name="Claudia  Offner" userId="37b5ffd7-1d25-4f77-866b-96976fed6612" providerId="ADAL" clId="{C21C3EFB-38A2-450A-BDE4-0B04BE9D1E31}" dt="2024-04-30T15:50:05.892" v="4382" actId="20577"/>
          <ac:spMkLst>
            <pc:docMk/>
            <pc:sldMk cId="1261510714" sldId="266"/>
            <ac:spMk id="46" creationId="{64AEC473-23A2-BA99-4259-AE3A595B304B}"/>
          </ac:spMkLst>
        </pc:spChg>
        <pc:spChg chg="add mod">
          <ac:chgData name="Claudia  Offner" userId="37b5ffd7-1d25-4f77-866b-96976fed6612" providerId="ADAL" clId="{C21C3EFB-38A2-450A-BDE4-0B04BE9D1E31}" dt="2024-04-30T15:49:41.511" v="4361" actId="20577"/>
          <ac:spMkLst>
            <pc:docMk/>
            <pc:sldMk cId="1261510714" sldId="266"/>
            <ac:spMk id="47" creationId="{9A28613B-2356-1602-ADBA-ADFBA34921AE}"/>
          </ac:spMkLst>
        </pc:spChg>
        <pc:spChg chg="add mod">
          <ac:chgData name="Claudia  Offner" userId="37b5ffd7-1d25-4f77-866b-96976fed6612" providerId="ADAL" clId="{C21C3EFB-38A2-450A-BDE4-0B04BE9D1E31}" dt="2024-04-30T15:49:36.781" v="4356" actId="1076"/>
          <ac:spMkLst>
            <pc:docMk/>
            <pc:sldMk cId="1261510714" sldId="266"/>
            <ac:spMk id="48" creationId="{9AE01463-51E8-8B74-A015-B813521CF010}"/>
          </ac:spMkLst>
        </pc:spChg>
        <pc:spChg chg="add mod">
          <ac:chgData name="Claudia  Offner" userId="37b5ffd7-1d25-4f77-866b-96976fed6612" providerId="ADAL" clId="{C21C3EFB-38A2-450A-BDE4-0B04BE9D1E31}" dt="2024-04-30T16:55:56.660" v="5019" actId="14100"/>
          <ac:spMkLst>
            <pc:docMk/>
            <pc:sldMk cId="1261510714" sldId="266"/>
            <ac:spMk id="49" creationId="{C967EBD7-89F7-2697-3258-FB4BF6868E27}"/>
          </ac:spMkLst>
        </pc:spChg>
        <pc:spChg chg="add mod">
          <ac:chgData name="Claudia  Offner" userId="37b5ffd7-1d25-4f77-866b-96976fed6612" providerId="ADAL" clId="{C21C3EFB-38A2-450A-BDE4-0B04BE9D1E31}" dt="2024-04-30T16:58:58.875" v="5359" actId="1076"/>
          <ac:spMkLst>
            <pc:docMk/>
            <pc:sldMk cId="1261510714" sldId="266"/>
            <ac:spMk id="55" creationId="{AE24F29E-B3ED-7BD8-734E-0B8CBF672FBC}"/>
          </ac:spMkLst>
        </pc:spChg>
        <pc:spChg chg="add mod">
          <ac:chgData name="Claudia  Offner" userId="37b5ffd7-1d25-4f77-866b-96976fed6612" providerId="ADAL" clId="{C21C3EFB-38A2-450A-BDE4-0B04BE9D1E31}" dt="2024-04-30T16:58:58.875" v="5359" actId="1076"/>
          <ac:spMkLst>
            <pc:docMk/>
            <pc:sldMk cId="1261510714" sldId="266"/>
            <ac:spMk id="56" creationId="{822E4ECF-5450-076B-AA12-F79049C2C233}"/>
          </ac:spMkLst>
        </pc:spChg>
        <pc:spChg chg="add del mod">
          <ac:chgData name="Claudia  Offner" userId="37b5ffd7-1d25-4f77-866b-96976fed6612" providerId="ADAL" clId="{C21C3EFB-38A2-450A-BDE4-0B04BE9D1E31}" dt="2024-04-30T17:00:13.066" v="5481" actId="478"/>
          <ac:spMkLst>
            <pc:docMk/>
            <pc:sldMk cId="1261510714" sldId="266"/>
            <ac:spMk id="57" creationId="{1ED58557-5892-CC69-A73F-DCE600B4CD41}"/>
          </ac:spMkLst>
        </pc:spChg>
        <pc:spChg chg="add mod">
          <ac:chgData name="Claudia  Offner" userId="37b5ffd7-1d25-4f77-866b-96976fed6612" providerId="ADAL" clId="{C21C3EFB-38A2-450A-BDE4-0B04BE9D1E31}" dt="2024-04-30T17:01:09.158" v="5485" actId="1076"/>
          <ac:spMkLst>
            <pc:docMk/>
            <pc:sldMk cId="1261510714" sldId="266"/>
            <ac:spMk id="58" creationId="{3D836685-6DF3-B444-5F09-84C0B7DE8D5B}"/>
          </ac:spMkLst>
        </pc:spChg>
        <pc:grpChg chg="add mod">
          <ac:chgData name="Claudia  Offner" userId="37b5ffd7-1d25-4f77-866b-96976fed6612" providerId="ADAL" clId="{C21C3EFB-38A2-450A-BDE4-0B04BE9D1E31}" dt="2024-04-30T15:33:08.841" v="4158" actId="164"/>
          <ac:grpSpMkLst>
            <pc:docMk/>
            <pc:sldMk cId="1261510714" sldId="266"/>
            <ac:grpSpMk id="24" creationId="{0E4AE788-6148-20B5-6384-F0D74925C536}"/>
          </ac:grpSpMkLst>
        </pc:grpChg>
        <pc:grpChg chg="add mod">
          <ac:chgData name="Claudia  Offner" userId="37b5ffd7-1d25-4f77-866b-96976fed6612" providerId="ADAL" clId="{C21C3EFB-38A2-450A-BDE4-0B04BE9D1E31}" dt="2024-04-30T15:36:24.948" v="4245" actId="164"/>
          <ac:grpSpMkLst>
            <pc:docMk/>
            <pc:sldMk cId="1261510714" sldId="266"/>
            <ac:grpSpMk id="25" creationId="{36C71C24-5FD4-7FA6-E606-580EA6D1AE43}"/>
          </ac:grpSpMkLst>
        </pc:grpChg>
        <pc:grpChg chg="add mod">
          <ac:chgData name="Claudia  Offner" userId="37b5ffd7-1d25-4f77-866b-96976fed6612" providerId="ADAL" clId="{C21C3EFB-38A2-450A-BDE4-0B04BE9D1E31}" dt="2024-04-30T15:36:24.948" v="4245" actId="164"/>
          <ac:grpSpMkLst>
            <pc:docMk/>
            <pc:sldMk cId="1261510714" sldId="266"/>
            <ac:grpSpMk id="38" creationId="{0509ED4C-91DF-80D6-9E74-772C9F2FC5DF}"/>
          </ac:grpSpMkLst>
        </pc:grpChg>
        <pc:grpChg chg="add mod">
          <ac:chgData name="Claudia  Offner" userId="37b5ffd7-1d25-4f77-866b-96976fed6612" providerId="ADAL" clId="{C21C3EFB-38A2-450A-BDE4-0B04BE9D1E31}" dt="2024-04-30T15:45:03.735" v="4311" actId="14100"/>
          <ac:grpSpMkLst>
            <pc:docMk/>
            <pc:sldMk cId="1261510714" sldId="266"/>
            <ac:grpSpMk id="39" creationId="{4F63F733-9C85-38AA-BF84-A274E93E6B34}"/>
          </ac:grpSpMkLst>
        </pc:grpChg>
        <pc:picChg chg="add mod ord">
          <ac:chgData name="Claudia  Offner" userId="37b5ffd7-1d25-4f77-866b-96976fed6612" providerId="ADAL" clId="{C21C3EFB-38A2-450A-BDE4-0B04BE9D1E31}" dt="2024-04-30T15:33:41.635" v="4169" actId="166"/>
          <ac:picMkLst>
            <pc:docMk/>
            <pc:sldMk cId="1261510714" sldId="266"/>
            <ac:picMk id="10" creationId="{F4412504-3186-F59A-8E51-33EA86C45439}"/>
          </ac:picMkLst>
        </pc:picChg>
        <pc:picChg chg="add mod ord">
          <ac:chgData name="Claudia  Offner" userId="37b5ffd7-1d25-4f77-866b-96976fed6612" providerId="ADAL" clId="{C21C3EFB-38A2-450A-BDE4-0B04BE9D1E31}" dt="2024-04-30T15:33:08.841" v="4158" actId="164"/>
          <ac:picMkLst>
            <pc:docMk/>
            <pc:sldMk cId="1261510714" sldId="266"/>
            <ac:picMk id="12" creationId="{C8153B98-6A5E-9643-A645-4AD12AC32342}"/>
          </ac:picMkLst>
        </pc:picChg>
        <pc:picChg chg="add mod ord">
          <ac:chgData name="Claudia  Offner" userId="37b5ffd7-1d25-4f77-866b-96976fed6612" providerId="ADAL" clId="{C21C3EFB-38A2-450A-BDE4-0B04BE9D1E31}" dt="2024-04-30T15:33:04.481" v="4157" actId="164"/>
          <ac:picMkLst>
            <pc:docMk/>
            <pc:sldMk cId="1261510714" sldId="266"/>
            <ac:picMk id="14" creationId="{AA23F225-C1CA-9586-353B-6D43F5DFBA63}"/>
          </ac:picMkLst>
        </pc:picChg>
        <pc:picChg chg="add mod ord">
          <ac:chgData name="Claudia  Offner" userId="37b5ffd7-1d25-4f77-866b-96976fed6612" providerId="ADAL" clId="{C21C3EFB-38A2-450A-BDE4-0B04BE9D1E31}" dt="2024-04-30T15:33:04.481" v="4157" actId="164"/>
          <ac:picMkLst>
            <pc:docMk/>
            <pc:sldMk cId="1261510714" sldId="266"/>
            <ac:picMk id="16" creationId="{7CEEEB76-A2B9-8173-7BB3-0349EA478733}"/>
          </ac:picMkLst>
        </pc:picChg>
        <pc:picChg chg="add mod">
          <ac:chgData name="Claudia  Offner" userId="37b5ffd7-1d25-4f77-866b-96976fed6612" providerId="ADAL" clId="{C21C3EFB-38A2-450A-BDE4-0B04BE9D1E31}" dt="2024-04-30T15:45:16.747" v="4313" actId="14100"/>
          <ac:picMkLst>
            <pc:docMk/>
            <pc:sldMk cId="1261510714" sldId="266"/>
            <ac:picMk id="17" creationId="{F279140D-AD4C-A6C3-2990-9D0A340CD0C8}"/>
          </ac:picMkLst>
        </pc:picChg>
        <pc:picChg chg="add mod">
          <ac:chgData name="Claudia  Offner" userId="37b5ffd7-1d25-4f77-866b-96976fed6612" providerId="ADAL" clId="{C21C3EFB-38A2-450A-BDE4-0B04BE9D1E31}" dt="2024-04-30T15:33:04.481" v="4157" actId="164"/>
          <ac:picMkLst>
            <pc:docMk/>
            <pc:sldMk cId="1261510714" sldId="266"/>
            <ac:picMk id="19" creationId="{72BA86EB-E36A-7C1F-7A75-3F59F37E3978}"/>
          </ac:picMkLst>
        </pc:picChg>
        <pc:picChg chg="add mod">
          <ac:chgData name="Claudia  Offner" userId="37b5ffd7-1d25-4f77-866b-96976fed6612" providerId="ADAL" clId="{C21C3EFB-38A2-450A-BDE4-0B04BE9D1E31}" dt="2024-04-30T15:33:04.481" v="4157" actId="164"/>
          <ac:picMkLst>
            <pc:docMk/>
            <pc:sldMk cId="1261510714" sldId="266"/>
            <ac:picMk id="21" creationId="{2A886D9B-B8DE-AC8F-52A1-ADDF3686C102}"/>
          </ac:picMkLst>
        </pc:picChg>
        <pc:picChg chg="add mod">
          <ac:chgData name="Claudia  Offner" userId="37b5ffd7-1d25-4f77-866b-96976fed6612" providerId="ADAL" clId="{C21C3EFB-38A2-450A-BDE4-0B04BE9D1E31}" dt="2024-04-30T15:32:18.213" v="4122"/>
          <ac:picMkLst>
            <pc:docMk/>
            <pc:sldMk cId="1261510714" sldId="266"/>
            <ac:picMk id="22" creationId="{3179B44E-A372-AF89-7305-309880BAD845}"/>
          </ac:picMkLst>
        </pc:picChg>
        <pc:picChg chg="add mod">
          <ac:chgData name="Claudia  Offner" userId="37b5ffd7-1d25-4f77-866b-96976fed6612" providerId="ADAL" clId="{C21C3EFB-38A2-450A-BDE4-0B04BE9D1E31}" dt="2024-04-30T15:46:49.830" v="4331" actId="1076"/>
          <ac:picMkLst>
            <pc:docMk/>
            <pc:sldMk cId="1261510714" sldId="266"/>
            <ac:picMk id="41" creationId="{306AE518-587F-EB9F-F8FF-9874EF68FAF3}"/>
          </ac:picMkLst>
        </pc:picChg>
        <pc:picChg chg="add mod ord">
          <ac:chgData name="Claudia  Offner" userId="37b5ffd7-1d25-4f77-866b-96976fed6612" providerId="ADAL" clId="{C21C3EFB-38A2-450A-BDE4-0B04BE9D1E31}" dt="2024-04-30T15:46:49.830" v="4331" actId="1076"/>
          <ac:picMkLst>
            <pc:docMk/>
            <pc:sldMk cId="1261510714" sldId="266"/>
            <ac:picMk id="43" creationId="{AE92A0A5-B99A-7E8A-FCBF-39F155D29715}"/>
          </ac:picMkLst>
        </pc:picChg>
        <pc:cxnChg chg="add mod">
          <ac:chgData name="Claudia  Offner" userId="37b5ffd7-1d25-4f77-866b-96976fed6612" providerId="ADAL" clId="{C21C3EFB-38A2-450A-BDE4-0B04BE9D1E31}" dt="2024-04-30T16:55:56.660" v="5019" actId="14100"/>
          <ac:cxnSpMkLst>
            <pc:docMk/>
            <pc:sldMk cId="1261510714" sldId="266"/>
            <ac:cxnSpMk id="51" creationId="{1BFFFE81-DDFE-1289-A71C-A2CAC5349294}"/>
          </ac:cxnSpMkLst>
        </pc:cxnChg>
        <pc:cxnChg chg="add mod">
          <ac:chgData name="Claudia  Offner" userId="37b5ffd7-1d25-4f77-866b-96976fed6612" providerId="ADAL" clId="{C21C3EFB-38A2-450A-BDE4-0B04BE9D1E31}" dt="2024-04-30T17:01:09.158" v="5485" actId="1076"/>
          <ac:cxnSpMkLst>
            <pc:docMk/>
            <pc:sldMk cId="1261510714" sldId="266"/>
            <ac:cxnSpMk id="60" creationId="{7A761854-7B79-BDC2-A27E-89967319BDDE}"/>
          </ac:cxnSpMkLst>
        </pc:cxnChg>
      </pc:sldChg>
      <pc:sldChg chg="add del">
        <pc:chgData name="Claudia  Offner" userId="37b5ffd7-1d25-4f77-866b-96976fed6612" providerId="ADAL" clId="{C21C3EFB-38A2-450A-BDE4-0B04BE9D1E31}" dt="2024-04-30T15:44:34.141" v="4303" actId="47"/>
        <pc:sldMkLst>
          <pc:docMk/>
          <pc:sldMk cId="1293839032" sldId="267"/>
        </pc:sldMkLst>
      </pc:sldChg>
      <pc:sldChg chg="addSp delSp modSp add mod">
        <pc:chgData name="Claudia  Offner" userId="37b5ffd7-1d25-4f77-866b-96976fed6612" providerId="ADAL" clId="{C21C3EFB-38A2-450A-BDE4-0B04BE9D1E31}" dt="2024-04-30T17:12:51.987" v="6362" actId="14100"/>
        <pc:sldMkLst>
          <pc:docMk/>
          <pc:sldMk cId="3508260055" sldId="267"/>
        </pc:sldMkLst>
        <pc:spChg chg="add mod">
          <ac:chgData name="Claudia  Offner" userId="37b5ffd7-1d25-4f77-866b-96976fed6612" providerId="ADAL" clId="{C21C3EFB-38A2-450A-BDE4-0B04BE9D1E31}" dt="2024-04-30T15:54:44.999" v="4612" actId="14100"/>
          <ac:spMkLst>
            <pc:docMk/>
            <pc:sldMk cId="3508260055" sldId="267"/>
            <ac:spMk id="2" creationId="{155F8A59-E34E-B7A9-6F76-6430C42D7AAC}"/>
          </ac:spMkLst>
        </pc:spChg>
        <pc:spChg chg="add">
          <ac:chgData name="Claudia  Offner" userId="37b5ffd7-1d25-4f77-866b-96976fed6612" providerId="ADAL" clId="{C21C3EFB-38A2-450A-BDE4-0B04BE9D1E31}" dt="2024-04-30T15:55:04.356" v="4614"/>
          <ac:spMkLst>
            <pc:docMk/>
            <pc:sldMk cId="3508260055" sldId="267"/>
            <ac:spMk id="3" creationId="{BAAB1A7C-F663-1394-6EC8-DC1347D28E17}"/>
          </ac:spMkLst>
        </pc:spChg>
        <pc:spChg chg="add">
          <ac:chgData name="Claudia  Offner" userId="37b5ffd7-1d25-4f77-866b-96976fed6612" providerId="ADAL" clId="{C21C3EFB-38A2-450A-BDE4-0B04BE9D1E31}" dt="2024-04-30T15:55:13.526" v="4616"/>
          <ac:spMkLst>
            <pc:docMk/>
            <pc:sldMk cId="3508260055" sldId="267"/>
            <ac:spMk id="5" creationId="{8D68A27F-A001-1CA5-3D6D-015C1CB9F948}"/>
          </ac:spMkLst>
        </pc:spChg>
        <pc:spChg chg="del">
          <ac:chgData name="Claudia  Offner" userId="37b5ffd7-1d25-4f77-866b-96976fed6612" providerId="ADAL" clId="{C21C3EFB-38A2-450A-BDE4-0B04BE9D1E31}" dt="2024-04-30T15:53:03.950" v="4437" actId="478"/>
          <ac:spMkLst>
            <pc:docMk/>
            <pc:sldMk cId="3508260055" sldId="267"/>
            <ac:spMk id="7" creationId="{22912E13-2C99-2329-C9F6-2CA96DAA9991}"/>
          </ac:spMkLst>
        </pc:spChg>
        <pc:spChg chg="add">
          <ac:chgData name="Claudia  Offner" userId="37b5ffd7-1d25-4f77-866b-96976fed6612" providerId="ADAL" clId="{C21C3EFB-38A2-450A-BDE4-0B04BE9D1E31}" dt="2024-04-30T15:55:19.159" v="4618"/>
          <ac:spMkLst>
            <pc:docMk/>
            <pc:sldMk cId="3508260055" sldId="267"/>
            <ac:spMk id="9" creationId="{ACDAB2C1-3130-3CFD-A8F0-363783B1C359}"/>
          </ac:spMkLst>
        </pc:spChg>
        <pc:spChg chg="add">
          <ac:chgData name="Claudia  Offner" userId="37b5ffd7-1d25-4f77-866b-96976fed6612" providerId="ADAL" clId="{C21C3EFB-38A2-450A-BDE4-0B04BE9D1E31}" dt="2024-04-30T15:55:24.863" v="4620"/>
          <ac:spMkLst>
            <pc:docMk/>
            <pc:sldMk cId="3508260055" sldId="267"/>
            <ac:spMk id="13" creationId="{A4926DD0-6032-4E97-CA27-4F6CC78BBFDD}"/>
          </ac:spMkLst>
        </pc:spChg>
        <pc:spChg chg="add">
          <ac:chgData name="Claudia  Offner" userId="37b5ffd7-1d25-4f77-866b-96976fed6612" providerId="ADAL" clId="{C21C3EFB-38A2-450A-BDE4-0B04BE9D1E31}" dt="2024-04-30T15:55:32.275" v="4622"/>
          <ac:spMkLst>
            <pc:docMk/>
            <pc:sldMk cId="3508260055" sldId="267"/>
            <ac:spMk id="18" creationId="{3685DFB4-757C-FF9E-A6A5-83B0B82C9035}"/>
          </ac:spMkLst>
        </pc:spChg>
        <pc:spChg chg="add">
          <ac:chgData name="Claudia  Offner" userId="37b5ffd7-1d25-4f77-866b-96976fed6612" providerId="ADAL" clId="{C21C3EFB-38A2-450A-BDE4-0B04BE9D1E31}" dt="2024-04-30T15:55:37.883" v="4624"/>
          <ac:spMkLst>
            <pc:docMk/>
            <pc:sldMk cId="3508260055" sldId="267"/>
            <ac:spMk id="22" creationId="{C56D562A-ECC3-88E3-96C2-08002124E7BB}"/>
          </ac:spMkLst>
        </pc:spChg>
        <pc:spChg chg="del">
          <ac:chgData name="Claudia  Offner" userId="37b5ffd7-1d25-4f77-866b-96976fed6612" providerId="ADAL" clId="{C21C3EFB-38A2-450A-BDE4-0B04BE9D1E31}" dt="2024-04-30T15:54:41.145" v="4611" actId="478"/>
          <ac:spMkLst>
            <pc:docMk/>
            <pc:sldMk cId="3508260055" sldId="267"/>
            <ac:spMk id="23" creationId="{CF11DE2B-150D-EA28-3F9E-508000F1165D}"/>
          </ac:spMkLst>
        </pc:spChg>
        <pc:spChg chg="add">
          <ac:chgData name="Claudia  Offner" userId="37b5ffd7-1d25-4f77-866b-96976fed6612" providerId="ADAL" clId="{C21C3EFB-38A2-450A-BDE4-0B04BE9D1E31}" dt="2024-04-30T15:57:33.897" v="4654"/>
          <ac:spMkLst>
            <pc:docMk/>
            <pc:sldMk cId="3508260055" sldId="267"/>
            <ac:spMk id="42" creationId="{0339832E-ABD8-73AE-FEB1-0F68D4AD1F40}"/>
          </ac:spMkLst>
        </pc:spChg>
        <pc:spChg chg="del">
          <ac:chgData name="Claudia  Offner" userId="37b5ffd7-1d25-4f77-866b-96976fed6612" providerId="ADAL" clId="{C21C3EFB-38A2-450A-BDE4-0B04BE9D1E31}" dt="2024-04-30T15:53:03.950" v="4437" actId="478"/>
          <ac:spMkLst>
            <pc:docMk/>
            <pc:sldMk cId="3508260055" sldId="267"/>
            <ac:spMk id="44" creationId="{C0194491-5157-A9B9-A99E-3F96431E3B99}"/>
          </ac:spMkLst>
        </pc:spChg>
        <pc:spChg chg="del">
          <ac:chgData name="Claudia  Offner" userId="37b5ffd7-1d25-4f77-866b-96976fed6612" providerId="ADAL" clId="{C21C3EFB-38A2-450A-BDE4-0B04BE9D1E31}" dt="2024-04-30T15:53:03.950" v="4437" actId="478"/>
          <ac:spMkLst>
            <pc:docMk/>
            <pc:sldMk cId="3508260055" sldId="267"/>
            <ac:spMk id="45" creationId="{B2FADADD-31BD-3945-8199-B0DFEBF11519}"/>
          </ac:spMkLst>
        </pc:spChg>
        <pc:spChg chg="del">
          <ac:chgData name="Claudia  Offner" userId="37b5ffd7-1d25-4f77-866b-96976fed6612" providerId="ADAL" clId="{C21C3EFB-38A2-450A-BDE4-0B04BE9D1E31}" dt="2024-04-30T15:53:03.950" v="4437" actId="478"/>
          <ac:spMkLst>
            <pc:docMk/>
            <pc:sldMk cId="3508260055" sldId="267"/>
            <ac:spMk id="46" creationId="{64AEC473-23A2-BA99-4259-AE3A595B304B}"/>
          </ac:spMkLst>
        </pc:spChg>
        <pc:spChg chg="del">
          <ac:chgData name="Claudia  Offner" userId="37b5ffd7-1d25-4f77-866b-96976fed6612" providerId="ADAL" clId="{C21C3EFB-38A2-450A-BDE4-0B04BE9D1E31}" dt="2024-04-30T15:53:03.950" v="4437" actId="478"/>
          <ac:spMkLst>
            <pc:docMk/>
            <pc:sldMk cId="3508260055" sldId="267"/>
            <ac:spMk id="47" creationId="{9A28613B-2356-1602-ADBA-ADFBA34921AE}"/>
          </ac:spMkLst>
        </pc:spChg>
        <pc:spChg chg="del">
          <ac:chgData name="Claudia  Offner" userId="37b5ffd7-1d25-4f77-866b-96976fed6612" providerId="ADAL" clId="{C21C3EFB-38A2-450A-BDE4-0B04BE9D1E31}" dt="2024-04-30T15:53:03.950" v="4437" actId="478"/>
          <ac:spMkLst>
            <pc:docMk/>
            <pc:sldMk cId="3508260055" sldId="267"/>
            <ac:spMk id="48" creationId="{9AE01463-51E8-8B74-A015-B813521CF010}"/>
          </ac:spMkLst>
        </pc:spChg>
        <pc:spChg chg="del">
          <ac:chgData name="Claudia  Offner" userId="37b5ffd7-1d25-4f77-866b-96976fed6612" providerId="ADAL" clId="{C21C3EFB-38A2-450A-BDE4-0B04BE9D1E31}" dt="2024-04-30T15:53:03.950" v="4437" actId="478"/>
          <ac:spMkLst>
            <pc:docMk/>
            <pc:sldMk cId="3508260055" sldId="267"/>
            <ac:spMk id="49" creationId="{C967EBD7-89F7-2697-3258-FB4BF6868E27}"/>
          </ac:spMkLst>
        </pc:spChg>
        <pc:spChg chg="add">
          <ac:chgData name="Claudia  Offner" userId="37b5ffd7-1d25-4f77-866b-96976fed6612" providerId="ADAL" clId="{C21C3EFB-38A2-450A-BDE4-0B04BE9D1E31}" dt="2024-04-30T15:57:39.569" v="4656"/>
          <ac:spMkLst>
            <pc:docMk/>
            <pc:sldMk cId="3508260055" sldId="267"/>
            <ac:spMk id="52" creationId="{98B3D7B0-C71B-4F54-1434-64090C57BF9C}"/>
          </ac:spMkLst>
        </pc:spChg>
        <pc:spChg chg="add">
          <ac:chgData name="Claudia  Offner" userId="37b5ffd7-1d25-4f77-866b-96976fed6612" providerId="ADAL" clId="{C21C3EFB-38A2-450A-BDE4-0B04BE9D1E31}" dt="2024-04-30T15:57:46.598" v="4658"/>
          <ac:spMkLst>
            <pc:docMk/>
            <pc:sldMk cId="3508260055" sldId="267"/>
            <ac:spMk id="54" creationId="{A74477F7-312D-4016-B11B-CB5881C7418B}"/>
          </ac:spMkLst>
        </pc:spChg>
        <pc:spChg chg="add">
          <ac:chgData name="Claudia  Offner" userId="37b5ffd7-1d25-4f77-866b-96976fed6612" providerId="ADAL" clId="{C21C3EFB-38A2-450A-BDE4-0B04BE9D1E31}" dt="2024-04-30T15:57:51.888" v="4660"/>
          <ac:spMkLst>
            <pc:docMk/>
            <pc:sldMk cId="3508260055" sldId="267"/>
            <ac:spMk id="56" creationId="{823A6B24-9BD5-8D38-3CC2-34E6CA8289F8}"/>
          </ac:spMkLst>
        </pc:spChg>
        <pc:spChg chg="add">
          <ac:chgData name="Claudia  Offner" userId="37b5ffd7-1d25-4f77-866b-96976fed6612" providerId="ADAL" clId="{C21C3EFB-38A2-450A-BDE4-0B04BE9D1E31}" dt="2024-04-30T15:57:56.965" v="4662"/>
          <ac:spMkLst>
            <pc:docMk/>
            <pc:sldMk cId="3508260055" sldId="267"/>
            <ac:spMk id="58" creationId="{2C158310-B5A1-59EC-CA97-3C579C4A1A27}"/>
          </ac:spMkLst>
        </pc:spChg>
        <pc:spChg chg="add">
          <ac:chgData name="Claudia  Offner" userId="37b5ffd7-1d25-4f77-866b-96976fed6612" providerId="ADAL" clId="{C21C3EFB-38A2-450A-BDE4-0B04BE9D1E31}" dt="2024-04-30T15:58:02.402" v="4664"/>
          <ac:spMkLst>
            <pc:docMk/>
            <pc:sldMk cId="3508260055" sldId="267"/>
            <ac:spMk id="60" creationId="{27BC7D91-4ABE-D335-D5F0-0512350992C1}"/>
          </ac:spMkLst>
        </pc:spChg>
        <pc:spChg chg="add mod">
          <ac:chgData name="Claudia  Offner" userId="37b5ffd7-1d25-4f77-866b-96976fed6612" providerId="ADAL" clId="{C21C3EFB-38A2-450A-BDE4-0B04BE9D1E31}" dt="2024-04-30T16:04:00.818" v="4728" actId="1076"/>
          <ac:spMkLst>
            <pc:docMk/>
            <pc:sldMk cId="3508260055" sldId="267"/>
            <ac:spMk id="62" creationId="{7B7E7450-158C-D6D0-45CC-DF722BD3D059}"/>
          </ac:spMkLst>
        </pc:spChg>
        <pc:spChg chg="add mod">
          <ac:chgData name="Claudia  Offner" userId="37b5ffd7-1d25-4f77-866b-96976fed6612" providerId="ADAL" clId="{C21C3EFB-38A2-450A-BDE4-0B04BE9D1E31}" dt="2024-04-30T16:52:30.499" v="4841" actId="13926"/>
          <ac:spMkLst>
            <pc:docMk/>
            <pc:sldMk cId="3508260055" sldId="267"/>
            <ac:spMk id="63" creationId="{893EBEE3-65AF-A2A3-6C62-1D1E9796D1F8}"/>
          </ac:spMkLst>
        </pc:spChg>
        <pc:spChg chg="add mod">
          <ac:chgData name="Claudia  Offner" userId="37b5ffd7-1d25-4f77-866b-96976fed6612" providerId="ADAL" clId="{C21C3EFB-38A2-450A-BDE4-0B04BE9D1E31}" dt="2024-04-30T16:04:08.890" v="4730" actId="1076"/>
          <ac:spMkLst>
            <pc:docMk/>
            <pc:sldMk cId="3508260055" sldId="267"/>
            <ac:spMk id="64" creationId="{D74C1B8F-338D-C25B-077D-ADF573014228}"/>
          </ac:spMkLst>
        </pc:spChg>
        <pc:spChg chg="add mod">
          <ac:chgData name="Claudia  Offner" userId="37b5ffd7-1d25-4f77-866b-96976fed6612" providerId="ADAL" clId="{C21C3EFB-38A2-450A-BDE4-0B04BE9D1E31}" dt="2024-04-30T16:50:52.527" v="4838" actId="13926"/>
          <ac:spMkLst>
            <pc:docMk/>
            <pc:sldMk cId="3508260055" sldId="267"/>
            <ac:spMk id="65" creationId="{6D2D2353-ADB0-3F81-9334-06CA67778E3E}"/>
          </ac:spMkLst>
        </pc:spChg>
        <pc:spChg chg="add mod">
          <ac:chgData name="Claudia  Offner" userId="37b5ffd7-1d25-4f77-866b-96976fed6612" providerId="ADAL" clId="{C21C3EFB-38A2-450A-BDE4-0B04BE9D1E31}" dt="2024-04-30T16:03:47.370" v="4726" actId="1076"/>
          <ac:spMkLst>
            <pc:docMk/>
            <pc:sldMk cId="3508260055" sldId="267"/>
            <ac:spMk id="66" creationId="{6B326C34-A8AA-7D62-6DFE-5D73AAA37CF7}"/>
          </ac:spMkLst>
        </pc:spChg>
        <pc:spChg chg="add mod">
          <ac:chgData name="Claudia  Offner" userId="37b5ffd7-1d25-4f77-866b-96976fed6612" providerId="ADAL" clId="{C21C3EFB-38A2-450A-BDE4-0B04BE9D1E31}" dt="2024-04-30T16:51:14.010" v="4840" actId="13926"/>
          <ac:spMkLst>
            <pc:docMk/>
            <pc:sldMk cId="3508260055" sldId="267"/>
            <ac:spMk id="67" creationId="{91F891FE-1EF3-2184-1661-94C98AB6667B}"/>
          </ac:spMkLst>
        </pc:spChg>
        <pc:spChg chg="add mod">
          <ac:chgData name="Claudia  Offner" userId="37b5ffd7-1d25-4f77-866b-96976fed6612" providerId="ADAL" clId="{C21C3EFB-38A2-450A-BDE4-0B04BE9D1E31}" dt="2024-04-30T16:02:29.110" v="4719" actId="1076"/>
          <ac:spMkLst>
            <pc:docMk/>
            <pc:sldMk cId="3508260055" sldId="267"/>
            <ac:spMk id="68" creationId="{E153AA03-B074-3BF2-BF87-B4FF67A50F84}"/>
          </ac:spMkLst>
        </pc:spChg>
        <pc:spChg chg="add mod">
          <ac:chgData name="Claudia  Offner" userId="37b5ffd7-1d25-4f77-866b-96976fed6612" providerId="ADAL" clId="{C21C3EFB-38A2-450A-BDE4-0B04BE9D1E31}" dt="2024-04-30T16:07:38.138" v="4764" actId="20577"/>
          <ac:spMkLst>
            <pc:docMk/>
            <pc:sldMk cId="3508260055" sldId="267"/>
            <ac:spMk id="69" creationId="{163F5D62-717F-A0F1-E514-6D77BB93EFC2}"/>
          </ac:spMkLst>
        </pc:spChg>
        <pc:spChg chg="add mod">
          <ac:chgData name="Claudia  Offner" userId="37b5ffd7-1d25-4f77-866b-96976fed6612" providerId="ADAL" clId="{C21C3EFB-38A2-450A-BDE4-0B04BE9D1E31}" dt="2024-04-30T16:03:56.330" v="4727" actId="1076"/>
          <ac:spMkLst>
            <pc:docMk/>
            <pc:sldMk cId="3508260055" sldId="267"/>
            <ac:spMk id="70" creationId="{27D4D307-85CA-F313-1B02-02610D56271E}"/>
          </ac:spMkLst>
        </pc:spChg>
        <pc:spChg chg="add mod">
          <ac:chgData name="Claudia  Offner" userId="37b5ffd7-1d25-4f77-866b-96976fed6612" providerId="ADAL" clId="{C21C3EFB-38A2-450A-BDE4-0B04BE9D1E31}" dt="2024-04-30T16:02:21.727" v="4717" actId="1076"/>
          <ac:spMkLst>
            <pc:docMk/>
            <pc:sldMk cId="3508260055" sldId="267"/>
            <ac:spMk id="71" creationId="{B206FED3-A1C7-6D11-83F4-E5037590BDA3}"/>
          </ac:spMkLst>
        </pc:spChg>
        <pc:spChg chg="add mod">
          <ac:chgData name="Claudia  Offner" userId="37b5ffd7-1d25-4f77-866b-96976fed6612" providerId="ADAL" clId="{C21C3EFB-38A2-450A-BDE4-0B04BE9D1E31}" dt="2024-04-30T16:01:39.758" v="4703" actId="20577"/>
          <ac:spMkLst>
            <pc:docMk/>
            <pc:sldMk cId="3508260055" sldId="267"/>
            <ac:spMk id="72" creationId="{FF51BFB8-B6F7-C1FD-0899-6037A5318813}"/>
          </ac:spMkLst>
        </pc:spChg>
        <pc:spChg chg="add mod">
          <ac:chgData name="Claudia  Offner" userId="37b5ffd7-1d25-4f77-866b-96976fed6612" providerId="ADAL" clId="{C21C3EFB-38A2-450A-BDE4-0B04BE9D1E31}" dt="2024-04-30T16:08:29.642" v="4767" actId="20577"/>
          <ac:spMkLst>
            <pc:docMk/>
            <pc:sldMk cId="3508260055" sldId="267"/>
            <ac:spMk id="73" creationId="{3D428C40-5484-9794-E375-D9C2A06C849F}"/>
          </ac:spMkLst>
        </pc:spChg>
        <pc:spChg chg="add mod">
          <ac:chgData name="Claudia  Offner" userId="37b5ffd7-1d25-4f77-866b-96976fed6612" providerId="ADAL" clId="{C21C3EFB-38A2-450A-BDE4-0B04BE9D1E31}" dt="2024-04-30T16:04:49.685" v="4737" actId="20577"/>
          <ac:spMkLst>
            <pc:docMk/>
            <pc:sldMk cId="3508260055" sldId="267"/>
            <ac:spMk id="74" creationId="{AB5DBA61-4BB8-65B2-755F-7E61190C7B9B}"/>
          </ac:spMkLst>
        </pc:spChg>
        <pc:spChg chg="add mod">
          <ac:chgData name="Claudia  Offner" userId="37b5ffd7-1d25-4f77-866b-96976fed6612" providerId="ADAL" clId="{C21C3EFB-38A2-450A-BDE4-0B04BE9D1E31}" dt="2024-04-30T16:05:46.890" v="4750" actId="20577"/>
          <ac:spMkLst>
            <pc:docMk/>
            <pc:sldMk cId="3508260055" sldId="267"/>
            <ac:spMk id="75" creationId="{7DD98551-E56A-59D5-A3F2-C268D4F9B0B6}"/>
          </ac:spMkLst>
        </pc:spChg>
        <pc:spChg chg="add mod">
          <ac:chgData name="Claudia  Offner" userId="37b5ffd7-1d25-4f77-866b-96976fed6612" providerId="ADAL" clId="{C21C3EFB-38A2-450A-BDE4-0B04BE9D1E31}" dt="2024-04-30T16:04:54.311" v="4741" actId="20577"/>
          <ac:spMkLst>
            <pc:docMk/>
            <pc:sldMk cId="3508260055" sldId="267"/>
            <ac:spMk id="76" creationId="{B9F6D18C-A731-5565-EB0C-A1E62E3ED6C5}"/>
          </ac:spMkLst>
        </pc:spChg>
        <pc:spChg chg="add mod">
          <ac:chgData name="Claudia  Offner" userId="37b5ffd7-1d25-4f77-866b-96976fed6612" providerId="ADAL" clId="{C21C3EFB-38A2-450A-BDE4-0B04BE9D1E31}" dt="2024-04-30T16:49:50.821" v="4835" actId="13926"/>
          <ac:spMkLst>
            <pc:docMk/>
            <pc:sldMk cId="3508260055" sldId="267"/>
            <ac:spMk id="77" creationId="{445BA8E1-CE2E-4702-4C73-F055F36A7134}"/>
          </ac:spMkLst>
        </pc:spChg>
        <pc:spChg chg="add mod">
          <ac:chgData name="Claudia  Offner" userId="37b5ffd7-1d25-4f77-866b-96976fed6612" providerId="ADAL" clId="{C21C3EFB-38A2-450A-BDE4-0B04BE9D1E31}" dt="2024-04-30T16:04:52.198" v="4739" actId="20577"/>
          <ac:spMkLst>
            <pc:docMk/>
            <pc:sldMk cId="3508260055" sldId="267"/>
            <ac:spMk id="78" creationId="{3FA2859C-0BD1-D908-C82F-BF817219AE8E}"/>
          </ac:spMkLst>
        </pc:spChg>
        <pc:spChg chg="add mod">
          <ac:chgData name="Claudia  Offner" userId="37b5ffd7-1d25-4f77-866b-96976fed6612" providerId="ADAL" clId="{C21C3EFB-38A2-450A-BDE4-0B04BE9D1E31}" dt="2024-04-30T16:51:09.904" v="4839" actId="13926"/>
          <ac:spMkLst>
            <pc:docMk/>
            <pc:sldMk cId="3508260055" sldId="267"/>
            <ac:spMk id="79" creationId="{FA7519E1-6AAE-B9C1-312D-5B4AA6196CA9}"/>
          </ac:spMkLst>
        </pc:spChg>
        <pc:spChg chg="add mod">
          <ac:chgData name="Claudia  Offner" userId="37b5ffd7-1d25-4f77-866b-96976fed6612" providerId="ADAL" clId="{C21C3EFB-38A2-450A-BDE4-0B04BE9D1E31}" dt="2024-04-30T16:04:58.167" v="4743" actId="20577"/>
          <ac:spMkLst>
            <pc:docMk/>
            <pc:sldMk cId="3508260055" sldId="267"/>
            <ac:spMk id="80" creationId="{4ED8BA62-85E6-F777-2EA6-03CE5C9B2933}"/>
          </ac:spMkLst>
        </pc:spChg>
        <pc:spChg chg="add mod">
          <ac:chgData name="Claudia  Offner" userId="37b5ffd7-1d25-4f77-866b-96976fed6612" providerId="ADAL" clId="{C21C3EFB-38A2-450A-BDE4-0B04BE9D1E31}" dt="2024-04-30T16:03:23.593" v="4723" actId="1076"/>
          <ac:spMkLst>
            <pc:docMk/>
            <pc:sldMk cId="3508260055" sldId="267"/>
            <ac:spMk id="81" creationId="{FD921B63-6C4C-A20C-A0E1-347C17D11C2D}"/>
          </ac:spMkLst>
        </pc:spChg>
        <pc:spChg chg="add mod">
          <ac:chgData name="Claudia  Offner" userId="37b5ffd7-1d25-4f77-866b-96976fed6612" providerId="ADAL" clId="{C21C3EFB-38A2-450A-BDE4-0B04BE9D1E31}" dt="2024-04-30T16:05:00.598" v="4745" actId="20577"/>
          <ac:spMkLst>
            <pc:docMk/>
            <pc:sldMk cId="3508260055" sldId="267"/>
            <ac:spMk id="82" creationId="{4D244E31-38D3-B616-5413-9770DB683EF3}"/>
          </ac:spMkLst>
        </pc:spChg>
        <pc:spChg chg="add mod">
          <ac:chgData name="Claudia  Offner" userId="37b5ffd7-1d25-4f77-866b-96976fed6612" providerId="ADAL" clId="{C21C3EFB-38A2-450A-BDE4-0B04BE9D1E31}" dt="2024-04-30T16:07:03.593" v="4759" actId="20577"/>
          <ac:spMkLst>
            <pc:docMk/>
            <pc:sldMk cId="3508260055" sldId="267"/>
            <ac:spMk id="83" creationId="{E15D5089-4B89-1972-2E1C-06B91003C8E3}"/>
          </ac:spMkLst>
        </pc:spChg>
        <pc:spChg chg="add mod">
          <ac:chgData name="Claudia  Offner" userId="37b5ffd7-1d25-4f77-866b-96976fed6612" providerId="ADAL" clId="{C21C3EFB-38A2-450A-BDE4-0B04BE9D1E31}" dt="2024-04-30T16:05:03.262" v="4747" actId="20577"/>
          <ac:spMkLst>
            <pc:docMk/>
            <pc:sldMk cId="3508260055" sldId="267"/>
            <ac:spMk id="84" creationId="{75CD8CF9-2FB4-D1E0-B52D-A88AC204B1ED}"/>
          </ac:spMkLst>
        </pc:spChg>
        <pc:spChg chg="add mod">
          <ac:chgData name="Claudia  Offner" userId="37b5ffd7-1d25-4f77-866b-96976fed6612" providerId="ADAL" clId="{C21C3EFB-38A2-450A-BDE4-0B04BE9D1E31}" dt="2024-04-30T16:03:23.593" v="4723" actId="1076"/>
          <ac:spMkLst>
            <pc:docMk/>
            <pc:sldMk cId="3508260055" sldId="267"/>
            <ac:spMk id="85" creationId="{952908AF-2987-F22D-79EC-8F7F1668FD87}"/>
          </ac:spMkLst>
        </pc:spChg>
        <pc:spChg chg="add mod">
          <ac:chgData name="Claudia  Offner" userId="37b5ffd7-1d25-4f77-866b-96976fed6612" providerId="ADAL" clId="{C21C3EFB-38A2-450A-BDE4-0B04BE9D1E31}" dt="2024-04-30T17:12:51.987" v="6362" actId="14100"/>
          <ac:spMkLst>
            <pc:docMk/>
            <pc:sldMk cId="3508260055" sldId="267"/>
            <ac:spMk id="86" creationId="{03ED3756-01E9-D645-AEAE-0B3F0357F530}"/>
          </ac:spMkLst>
        </pc:spChg>
        <pc:grpChg chg="del mod">
          <ac:chgData name="Claudia  Offner" userId="37b5ffd7-1d25-4f77-866b-96976fed6612" providerId="ADAL" clId="{C21C3EFB-38A2-450A-BDE4-0B04BE9D1E31}" dt="2024-04-30T15:57:26.810" v="4653" actId="478"/>
          <ac:grpSpMkLst>
            <pc:docMk/>
            <pc:sldMk cId="3508260055" sldId="267"/>
            <ac:grpSpMk id="39" creationId="{4F63F733-9C85-38AA-BF84-A274E93E6B34}"/>
          </ac:grpSpMkLst>
        </pc:grpChg>
        <pc:picChg chg="add mod ord">
          <ac:chgData name="Claudia  Offner" userId="37b5ffd7-1d25-4f77-866b-96976fed6612" providerId="ADAL" clId="{C21C3EFB-38A2-450A-BDE4-0B04BE9D1E31}" dt="2024-04-30T15:57:18.907" v="4652" actId="1076"/>
          <ac:picMkLst>
            <pc:docMk/>
            <pc:sldMk cId="3508260055" sldId="267"/>
            <ac:picMk id="4" creationId="{442D6FFD-F412-EDF3-37ED-1CB03DCD3203}"/>
          </ac:picMkLst>
        </pc:picChg>
        <pc:picChg chg="add mod ord">
          <ac:chgData name="Claudia  Offner" userId="37b5ffd7-1d25-4f77-866b-96976fed6612" providerId="ADAL" clId="{C21C3EFB-38A2-450A-BDE4-0B04BE9D1E31}" dt="2024-04-30T15:57:18.907" v="4652" actId="1076"/>
          <ac:picMkLst>
            <pc:docMk/>
            <pc:sldMk cId="3508260055" sldId="267"/>
            <ac:picMk id="6" creationId="{A9441159-F634-5976-5F26-F2D5E5B80F16}"/>
          </ac:picMkLst>
        </pc:picChg>
        <pc:picChg chg="add mod ord">
          <ac:chgData name="Claudia  Offner" userId="37b5ffd7-1d25-4f77-866b-96976fed6612" providerId="ADAL" clId="{C21C3EFB-38A2-450A-BDE4-0B04BE9D1E31}" dt="2024-04-30T15:56:45.931" v="4640" actId="1076"/>
          <ac:picMkLst>
            <pc:docMk/>
            <pc:sldMk cId="3508260055" sldId="267"/>
            <ac:picMk id="11" creationId="{9F62F545-2B05-BD2F-2C34-F36520E68D4D}"/>
          </ac:picMkLst>
        </pc:picChg>
        <pc:picChg chg="add mod ord">
          <ac:chgData name="Claudia  Offner" userId="37b5ffd7-1d25-4f77-866b-96976fed6612" providerId="ADAL" clId="{C21C3EFB-38A2-450A-BDE4-0B04BE9D1E31}" dt="2024-04-30T15:57:04.944" v="4648" actId="166"/>
          <ac:picMkLst>
            <pc:docMk/>
            <pc:sldMk cId="3508260055" sldId="267"/>
            <ac:picMk id="15" creationId="{6A70B090-7E8C-9ADF-35C5-298CFC99ABF7}"/>
          </ac:picMkLst>
        </pc:picChg>
        <pc:picChg chg="del">
          <ac:chgData name="Claudia  Offner" userId="37b5ffd7-1d25-4f77-866b-96976fed6612" providerId="ADAL" clId="{C21C3EFB-38A2-450A-BDE4-0B04BE9D1E31}" dt="2024-04-30T15:53:03.950" v="4437" actId="478"/>
          <ac:picMkLst>
            <pc:docMk/>
            <pc:sldMk cId="3508260055" sldId="267"/>
            <ac:picMk id="17" creationId="{F279140D-AD4C-A6C3-2990-9D0A340CD0C8}"/>
          </ac:picMkLst>
        </pc:picChg>
        <pc:picChg chg="add mod">
          <ac:chgData name="Claudia  Offner" userId="37b5ffd7-1d25-4f77-866b-96976fed6612" providerId="ADAL" clId="{C21C3EFB-38A2-450A-BDE4-0B04BE9D1E31}" dt="2024-04-30T15:56:20.095" v="4633" actId="1076"/>
          <ac:picMkLst>
            <pc:docMk/>
            <pc:sldMk cId="3508260055" sldId="267"/>
            <ac:picMk id="20" creationId="{48EC4281-29CD-A314-CCAB-D456F5FEBA8C}"/>
          </ac:picMkLst>
        </pc:picChg>
        <pc:picChg chg="add mod">
          <ac:chgData name="Claudia  Offner" userId="37b5ffd7-1d25-4f77-866b-96976fed6612" providerId="ADAL" clId="{C21C3EFB-38A2-450A-BDE4-0B04BE9D1E31}" dt="2024-04-30T15:56:23.586" v="4634" actId="1076"/>
          <ac:picMkLst>
            <pc:docMk/>
            <pc:sldMk cId="3508260055" sldId="267"/>
            <ac:picMk id="40" creationId="{6EC749DF-52D8-B702-9E84-06212B1835CA}"/>
          </ac:picMkLst>
        </pc:picChg>
        <pc:picChg chg="del">
          <ac:chgData name="Claudia  Offner" userId="37b5ffd7-1d25-4f77-866b-96976fed6612" providerId="ADAL" clId="{C21C3EFB-38A2-450A-BDE4-0B04BE9D1E31}" dt="2024-04-30T15:53:03.950" v="4437" actId="478"/>
          <ac:picMkLst>
            <pc:docMk/>
            <pc:sldMk cId="3508260055" sldId="267"/>
            <ac:picMk id="41" creationId="{306AE518-587F-EB9F-F8FF-9874EF68FAF3}"/>
          </ac:picMkLst>
        </pc:picChg>
        <pc:picChg chg="del">
          <ac:chgData name="Claudia  Offner" userId="37b5ffd7-1d25-4f77-866b-96976fed6612" providerId="ADAL" clId="{C21C3EFB-38A2-450A-BDE4-0B04BE9D1E31}" dt="2024-04-30T15:53:03.950" v="4437" actId="478"/>
          <ac:picMkLst>
            <pc:docMk/>
            <pc:sldMk cId="3508260055" sldId="267"/>
            <ac:picMk id="43" creationId="{AE92A0A5-B99A-7E8A-FCBF-39F155D29715}"/>
          </ac:picMkLst>
        </pc:picChg>
        <pc:picChg chg="add mod ord">
          <ac:chgData name="Claudia  Offner" userId="37b5ffd7-1d25-4f77-866b-96976fed6612" providerId="ADAL" clId="{C21C3EFB-38A2-450A-BDE4-0B04BE9D1E31}" dt="2024-04-30T15:59:34.625" v="4682" actId="166"/>
          <ac:picMkLst>
            <pc:docMk/>
            <pc:sldMk cId="3508260055" sldId="267"/>
            <ac:picMk id="50" creationId="{C964A71E-4931-E07F-444C-2E6E46982AE2}"/>
          </ac:picMkLst>
        </pc:picChg>
        <pc:picChg chg="add mod ord">
          <ac:chgData name="Claudia  Offner" userId="37b5ffd7-1d25-4f77-866b-96976fed6612" providerId="ADAL" clId="{C21C3EFB-38A2-450A-BDE4-0B04BE9D1E31}" dt="2024-04-30T16:02:14.909" v="4716" actId="1076"/>
          <ac:picMkLst>
            <pc:docMk/>
            <pc:sldMk cId="3508260055" sldId="267"/>
            <ac:picMk id="53" creationId="{7AB778F8-4574-CE0B-C7A4-40B2FE8E7EDE}"/>
          </ac:picMkLst>
        </pc:picChg>
        <pc:picChg chg="add mod ord">
          <ac:chgData name="Claudia  Offner" userId="37b5ffd7-1d25-4f77-866b-96976fed6612" providerId="ADAL" clId="{C21C3EFB-38A2-450A-BDE4-0B04BE9D1E31}" dt="2024-04-30T15:59:18.631" v="4679" actId="166"/>
          <ac:picMkLst>
            <pc:docMk/>
            <pc:sldMk cId="3508260055" sldId="267"/>
            <ac:picMk id="55" creationId="{5E2D713D-1F8F-F823-21CD-7C3F0E8038DE}"/>
          </ac:picMkLst>
        </pc:picChg>
        <pc:picChg chg="add mod ord">
          <ac:chgData name="Claudia  Offner" userId="37b5ffd7-1d25-4f77-866b-96976fed6612" providerId="ADAL" clId="{C21C3EFB-38A2-450A-BDE4-0B04BE9D1E31}" dt="2024-04-30T15:59:18.631" v="4679" actId="166"/>
          <ac:picMkLst>
            <pc:docMk/>
            <pc:sldMk cId="3508260055" sldId="267"/>
            <ac:picMk id="57" creationId="{E599A1E6-7F2E-1769-369F-50040B023D89}"/>
          </ac:picMkLst>
        </pc:picChg>
        <pc:picChg chg="add mod">
          <ac:chgData name="Claudia  Offner" userId="37b5ffd7-1d25-4f77-866b-96976fed6612" providerId="ADAL" clId="{C21C3EFB-38A2-450A-BDE4-0B04BE9D1E31}" dt="2024-04-30T15:58:50.055" v="4674" actId="1076"/>
          <ac:picMkLst>
            <pc:docMk/>
            <pc:sldMk cId="3508260055" sldId="267"/>
            <ac:picMk id="59" creationId="{98FD8B11-E7CB-05A5-E552-E16E265B78E4}"/>
          </ac:picMkLst>
        </pc:picChg>
        <pc:picChg chg="add mod">
          <ac:chgData name="Claudia  Offner" userId="37b5ffd7-1d25-4f77-866b-96976fed6612" providerId="ADAL" clId="{C21C3EFB-38A2-450A-BDE4-0B04BE9D1E31}" dt="2024-04-30T15:58:50.055" v="4674" actId="1076"/>
          <ac:picMkLst>
            <pc:docMk/>
            <pc:sldMk cId="3508260055" sldId="267"/>
            <ac:picMk id="61" creationId="{4D91C5BF-E985-8782-E124-8435761F538B}"/>
          </ac:picMkLst>
        </pc:picChg>
        <pc:cxnChg chg="del mod">
          <ac:chgData name="Claudia  Offner" userId="37b5ffd7-1d25-4f77-866b-96976fed6612" providerId="ADAL" clId="{C21C3EFB-38A2-450A-BDE4-0B04BE9D1E31}" dt="2024-04-30T15:53:03.950" v="4437" actId="478"/>
          <ac:cxnSpMkLst>
            <pc:docMk/>
            <pc:sldMk cId="3508260055" sldId="267"/>
            <ac:cxnSpMk id="51" creationId="{1BFFFE81-DDFE-1289-A71C-A2CAC5349294}"/>
          </ac:cxnSpMkLst>
        </pc:cxnChg>
      </pc:sldChg>
      <pc:sldChg chg="addSp delSp modSp add mod">
        <pc:chgData name="Claudia  Offner" userId="37b5ffd7-1d25-4f77-866b-96976fed6612" providerId="ADAL" clId="{C21C3EFB-38A2-450A-BDE4-0B04BE9D1E31}" dt="2024-04-30T17:07:11.783" v="5853" actId="1076"/>
        <pc:sldMkLst>
          <pc:docMk/>
          <pc:sldMk cId="200305749" sldId="268"/>
        </pc:sldMkLst>
        <pc:spChg chg="add del mod">
          <ac:chgData name="Claudia  Offner" userId="37b5ffd7-1d25-4f77-866b-96976fed6612" providerId="ADAL" clId="{C21C3EFB-38A2-450A-BDE4-0B04BE9D1E31}" dt="2024-04-30T16:13:59.361" v="4800"/>
          <ac:spMkLst>
            <pc:docMk/>
            <pc:sldMk cId="200305749" sldId="268"/>
            <ac:spMk id="3" creationId="{1A2917D8-5E3F-7D41-6256-C0D6175AAF8F}"/>
          </ac:spMkLst>
        </pc:spChg>
        <pc:spChg chg="add del mod">
          <ac:chgData name="Claudia  Offner" userId="37b5ffd7-1d25-4f77-866b-96976fed6612" providerId="ADAL" clId="{C21C3EFB-38A2-450A-BDE4-0B04BE9D1E31}" dt="2024-04-30T16:13:59.361" v="4800"/>
          <ac:spMkLst>
            <pc:docMk/>
            <pc:sldMk cId="200305749" sldId="268"/>
            <ac:spMk id="5" creationId="{C2D1CAE7-3EEC-280D-ABD3-3E180C0455AB}"/>
          </ac:spMkLst>
        </pc:spChg>
        <pc:spChg chg="add del mod">
          <ac:chgData name="Claudia  Offner" userId="37b5ffd7-1d25-4f77-866b-96976fed6612" providerId="ADAL" clId="{C21C3EFB-38A2-450A-BDE4-0B04BE9D1E31}" dt="2024-04-30T16:12:08.751" v="4791" actId="478"/>
          <ac:spMkLst>
            <pc:docMk/>
            <pc:sldMk cId="200305749" sldId="268"/>
            <ac:spMk id="7" creationId="{0B9AEABC-558D-C104-A2E8-0C5048421818}"/>
          </ac:spMkLst>
        </pc:spChg>
        <pc:spChg chg="add del mod">
          <ac:chgData name="Claudia  Offner" userId="37b5ffd7-1d25-4f77-866b-96976fed6612" providerId="ADAL" clId="{C21C3EFB-38A2-450A-BDE4-0B04BE9D1E31}" dt="2024-04-30T16:13:59.361" v="4800"/>
          <ac:spMkLst>
            <pc:docMk/>
            <pc:sldMk cId="200305749" sldId="268"/>
            <ac:spMk id="9" creationId="{541D9780-4191-0FD5-83D5-9A3C956B86AA}"/>
          </ac:spMkLst>
        </pc:spChg>
        <pc:spChg chg="add del mod">
          <ac:chgData name="Claudia  Offner" userId="37b5ffd7-1d25-4f77-866b-96976fed6612" providerId="ADAL" clId="{C21C3EFB-38A2-450A-BDE4-0B04BE9D1E31}" dt="2024-04-30T16:47:56.765" v="4821" actId="21"/>
          <ac:spMkLst>
            <pc:docMk/>
            <pc:sldMk cId="200305749" sldId="268"/>
            <ac:spMk id="12" creationId="{9B914EEB-744B-C557-D456-EC6338D38A76}"/>
          </ac:spMkLst>
        </pc:spChg>
        <pc:spChg chg="add del mod">
          <ac:chgData name="Claudia  Offner" userId="37b5ffd7-1d25-4f77-866b-96976fed6612" providerId="ADAL" clId="{C21C3EFB-38A2-450A-BDE4-0B04BE9D1E31}" dt="2024-04-30T16:14:05.230" v="4802" actId="478"/>
          <ac:spMkLst>
            <pc:docMk/>
            <pc:sldMk cId="200305749" sldId="268"/>
            <ac:spMk id="13" creationId="{6D0931AE-9040-3F7A-64BB-404769A32097}"/>
          </ac:spMkLst>
        </pc:spChg>
        <pc:spChg chg="add mod">
          <ac:chgData name="Claudia  Offner" userId="37b5ffd7-1d25-4f77-866b-96976fed6612" providerId="ADAL" clId="{C21C3EFB-38A2-450A-BDE4-0B04BE9D1E31}" dt="2024-04-30T16:14:00.150" v="4801"/>
          <ac:spMkLst>
            <pc:docMk/>
            <pc:sldMk cId="200305749" sldId="268"/>
            <ac:spMk id="14" creationId="{DD98D810-7124-5A88-4F35-10CDC8C98EB1}"/>
          </ac:spMkLst>
        </pc:spChg>
        <pc:spChg chg="add mod">
          <ac:chgData name="Claudia  Offner" userId="37b5ffd7-1d25-4f77-866b-96976fed6612" providerId="ADAL" clId="{C21C3EFB-38A2-450A-BDE4-0B04BE9D1E31}" dt="2024-04-30T16:14:00.150" v="4801"/>
          <ac:spMkLst>
            <pc:docMk/>
            <pc:sldMk cId="200305749" sldId="268"/>
            <ac:spMk id="16" creationId="{7F10A690-284A-E7B4-CE6A-9DC65308DF49}"/>
          </ac:spMkLst>
        </pc:spChg>
        <pc:spChg chg="add mod">
          <ac:chgData name="Claudia  Offner" userId="37b5ffd7-1d25-4f77-866b-96976fed6612" providerId="ADAL" clId="{C21C3EFB-38A2-450A-BDE4-0B04BE9D1E31}" dt="2024-04-30T17:01:52.806" v="5565" actId="1076"/>
          <ac:spMkLst>
            <pc:docMk/>
            <pc:sldMk cId="200305749" sldId="268"/>
            <ac:spMk id="17" creationId="{A232308B-EF83-CCEC-88DB-20CB1E525296}"/>
          </ac:spMkLst>
        </pc:spChg>
        <pc:spChg chg="add mod">
          <ac:chgData name="Claudia  Offner" userId="37b5ffd7-1d25-4f77-866b-96976fed6612" providerId="ADAL" clId="{C21C3EFB-38A2-450A-BDE4-0B04BE9D1E31}" dt="2024-04-30T17:07:04.057" v="5852" actId="1076"/>
          <ac:spMkLst>
            <pc:docMk/>
            <pc:sldMk cId="200305749" sldId="268"/>
            <ac:spMk id="18" creationId="{F92EC6B3-E767-137E-A4C2-C3CD39E412A8}"/>
          </ac:spMkLst>
        </pc:spChg>
        <pc:spChg chg="add mod">
          <ac:chgData name="Claudia  Offner" userId="37b5ffd7-1d25-4f77-866b-96976fed6612" providerId="ADAL" clId="{C21C3EFB-38A2-450A-BDE4-0B04BE9D1E31}" dt="2024-04-30T17:07:11.783" v="5853" actId="1076"/>
          <ac:spMkLst>
            <pc:docMk/>
            <pc:sldMk cId="200305749" sldId="268"/>
            <ac:spMk id="19" creationId="{456F7BA1-BCD8-D814-EDAF-85C9A63408BA}"/>
          </ac:spMkLst>
        </pc:spChg>
        <pc:spChg chg="mod">
          <ac:chgData name="Claudia  Offner" userId="37b5ffd7-1d25-4f77-866b-96976fed6612" providerId="ADAL" clId="{C21C3EFB-38A2-450A-BDE4-0B04BE9D1E31}" dt="2024-04-30T16:54:34.006" v="4862" actId="13926"/>
          <ac:spMkLst>
            <pc:docMk/>
            <pc:sldMk cId="200305749" sldId="268"/>
            <ac:spMk id="65" creationId="{6D2D2353-ADB0-3F81-9334-06CA67778E3E}"/>
          </ac:spMkLst>
        </pc:spChg>
        <pc:spChg chg="mod">
          <ac:chgData name="Claudia  Offner" userId="37b5ffd7-1d25-4f77-866b-96976fed6612" providerId="ADAL" clId="{C21C3EFB-38A2-450A-BDE4-0B04BE9D1E31}" dt="2024-04-30T16:54:31.974" v="4861" actId="13926"/>
          <ac:spMkLst>
            <pc:docMk/>
            <pc:sldMk cId="200305749" sldId="268"/>
            <ac:spMk id="77" creationId="{445BA8E1-CE2E-4702-4C73-F055F36A7134}"/>
          </ac:spMkLst>
        </pc:spChg>
        <pc:grpChg chg="add mod">
          <ac:chgData name="Claudia  Offner" userId="37b5ffd7-1d25-4f77-866b-96976fed6612" providerId="ADAL" clId="{C21C3EFB-38A2-450A-BDE4-0B04BE9D1E31}" dt="2024-04-30T16:13:03.553" v="4797" actId="164"/>
          <ac:grpSpMkLst>
            <pc:docMk/>
            <pc:sldMk cId="200305749" sldId="268"/>
            <ac:grpSpMk id="10" creationId="{5EFD14FB-0D1C-66B3-A98B-BEBB09CBA050}"/>
          </ac:grpSpMkLst>
        </pc:grpChg>
      </pc:sldChg>
      <pc:sldChg chg="add del ord">
        <pc:chgData name="Claudia  Offner" userId="37b5ffd7-1d25-4f77-866b-96976fed6612" providerId="ADAL" clId="{C21C3EFB-38A2-450A-BDE4-0B04BE9D1E31}" dt="2024-04-30T16:15:14.995" v="4806" actId="47"/>
        <pc:sldMkLst>
          <pc:docMk/>
          <pc:sldMk cId="648712029" sldId="269"/>
        </pc:sldMkLst>
      </pc:sldChg>
      <pc:sldChg chg="addSp delSp modSp add mod ord">
        <pc:chgData name="Claudia  Offner" userId="37b5ffd7-1d25-4f77-866b-96976fed6612" providerId="ADAL" clId="{C21C3EFB-38A2-450A-BDE4-0B04BE9D1E31}" dt="2024-04-30T17:09:37.552" v="6044" actId="14100"/>
        <pc:sldMkLst>
          <pc:docMk/>
          <pc:sldMk cId="867802294" sldId="269"/>
        </pc:sldMkLst>
        <pc:spChg chg="add mod">
          <ac:chgData name="Claudia  Offner" userId="37b5ffd7-1d25-4f77-866b-96976fed6612" providerId="ADAL" clId="{C21C3EFB-38A2-450A-BDE4-0B04BE9D1E31}" dt="2024-04-30T16:47:07.128" v="4812"/>
          <ac:spMkLst>
            <pc:docMk/>
            <pc:sldMk cId="867802294" sldId="269"/>
            <ac:spMk id="3" creationId="{81210D02-4070-E015-4B8C-6E5ED58D193D}"/>
          </ac:spMkLst>
        </pc:spChg>
        <pc:spChg chg="add mod">
          <ac:chgData name="Claudia  Offner" userId="37b5ffd7-1d25-4f77-866b-96976fed6612" providerId="ADAL" clId="{C21C3EFB-38A2-450A-BDE4-0B04BE9D1E31}" dt="2024-04-30T16:47:07.128" v="4812"/>
          <ac:spMkLst>
            <pc:docMk/>
            <pc:sldMk cId="867802294" sldId="269"/>
            <ac:spMk id="5" creationId="{50F26027-06AA-F396-1B23-A54C35FF92A4}"/>
          </ac:spMkLst>
        </pc:spChg>
        <pc:spChg chg="add del mod">
          <ac:chgData name="Claudia  Offner" userId="37b5ffd7-1d25-4f77-866b-96976fed6612" providerId="ADAL" clId="{C21C3EFB-38A2-450A-BDE4-0B04BE9D1E31}" dt="2024-04-30T16:49:12.892" v="4833"/>
          <ac:spMkLst>
            <pc:docMk/>
            <pc:sldMk cId="867802294" sldId="269"/>
            <ac:spMk id="7" creationId="{5EA15BE7-1346-8C4A-95A7-37C0B8615F20}"/>
          </ac:spMkLst>
        </pc:spChg>
        <pc:spChg chg="add del mod">
          <ac:chgData name="Claudia  Offner" userId="37b5ffd7-1d25-4f77-866b-96976fed6612" providerId="ADAL" clId="{C21C3EFB-38A2-450A-BDE4-0B04BE9D1E31}" dt="2024-04-30T16:49:12.892" v="4833"/>
          <ac:spMkLst>
            <pc:docMk/>
            <pc:sldMk cId="867802294" sldId="269"/>
            <ac:spMk id="9" creationId="{2C8F4544-BD36-0049-7079-5BEC7D15CF71}"/>
          </ac:spMkLst>
        </pc:spChg>
        <pc:spChg chg="add del mod">
          <ac:chgData name="Claudia  Offner" userId="37b5ffd7-1d25-4f77-866b-96976fed6612" providerId="ADAL" clId="{C21C3EFB-38A2-450A-BDE4-0B04BE9D1E31}" dt="2024-04-30T16:48:33.306" v="4827" actId="21"/>
          <ac:spMkLst>
            <pc:docMk/>
            <pc:sldMk cId="867802294" sldId="269"/>
            <ac:spMk id="10" creationId="{1DD3A5DE-41CE-D358-E6C4-53903647EA23}"/>
          </ac:spMkLst>
        </pc:spChg>
        <pc:spChg chg="add del mod ord">
          <ac:chgData name="Claudia  Offner" userId="37b5ffd7-1d25-4f77-866b-96976fed6612" providerId="ADAL" clId="{C21C3EFB-38A2-450A-BDE4-0B04BE9D1E31}" dt="2024-04-30T16:49:12.892" v="4833"/>
          <ac:spMkLst>
            <pc:docMk/>
            <pc:sldMk cId="867802294" sldId="269"/>
            <ac:spMk id="12" creationId="{1DD3A5DE-41CE-D358-E6C4-53903647EA23}"/>
          </ac:spMkLst>
        </pc:spChg>
        <pc:spChg chg="mod">
          <ac:chgData name="Claudia  Offner" userId="37b5ffd7-1d25-4f77-866b-96976fed6612" providerId="ADAL" clId="{C21C3EFB-38A2-450A-BDE4-0B04BE9D1E31}" dt="2024-04-30T16:49:12.892" v="4833"/>
          <ac:spMkLst>
            <pc:docMk/>
            <pc:sldMk cId="867802294" sldId="269"/>
            <ac:spMk id="13" creationId="{1B844B4B-295D-AA6E-64AE-9FB2506104DD}"/>
          </ac:spMkLst>
        </pc:spChg>
        <pc:spChg chg="add mod">
          <ac:chgData name="Claudia  Offner" userId="37b5ffd7-1d25-4f77-866b-96976fed6612" providerId="ADAL" clId="{C21C3EFB-38A2-450A-BDE4-0B04BE9D1E31}" dt="2024-04-30T16:49:14.106" v="4834"/>
          <ac:spMkLst>
            <pc:docMk/>
            <pc:sldMk cId="867802294" sldId="269"/>
            <ac:spMk id="14" creationId="{59AB3F9D-4E64-30AD-1FB0-61940317C4F1}"/>
          </ac:spMkLst>
        </pc:spChg>
        <pc:spChg chg="add mod">
          <ac:chgData name="Claudia  Offner" userId="37b5ffd7-1d25-4f77-866b-96976fed6612" providerId="ADAL" clId="{C21C3EFB-38A2-450A-BDE4-0B04BE9D1E31}" dt="2024-04-30T16:49:14.106" v="4834"/>
          <ac:spMkLst>
            <pc:docMk/>
            <pc:sldMk cId="867802294" sldId="269"/>
            <ac:spMk id="16" creationId="{9147D280-B7B9-0F0C-C495-35AC73A7F2AA}"/>
          </ac:spMkLst>
        </pc:spChg>
        <pc:spChg chg="add mod">
          <ac:chgData name="Claudia  Offner" userId="37b5ffd7-1d25-4f77-866b-96976fed6612" providerId="ADAL" clId="{C21C3EFB-38A2-450A-BDE4-0B04BE9D1E31}" dt="2024-04-30T17:07:45.283" v="5893" actId="20577"/>
          <ac:spMkLst>
            <pc:docMk/>
            <pc:sldMk cId="867802294" sldId="269"/>
            <ac:spMk id="17" creationId="{3DFD2101-B5BF-ED4F-C262-77A0ADDBA9E4}"/>
          </ac:spMkLst>
        </pc:spChg>
        <pc:spChg chg="add mod">
          <ac:chgData name="Claudia  Offner" userId="37b5ffd7-1d25-4f77-866b-96976fed6612" providerId="ADAL" clId="{C21C3EFB-38A2-450A-BDE4-0B04BE9D1E31}" dt="2024-04-30T17:09:37.552" v="6044" actId="14100"/>
          <ac:spMkLst>
            <pc:docMk/>
            <pc:sldMk cId="867802294" sldId="269"/>
            <ac:spMk id="18" creationId="{658B8985-AA73-23F2-AC08-D47C60174144}"/>
          </ac:spMkLst>
        </pc:spChg>
        <pc:spChg chg="mod">
          <ac:chgData name="Claudia  Offner" userId="37b5ffd7-1d25-4f77-866b-96976fed6612" providerId="ADAL" clId="{C21C3EFB-38A2-450A-BDE4-0B04BE9D1E31}" dt="2024-04-30T16:54:24.835" v="4860" actId="13926"/>
          <ac:spMkLst>
            <pc:docMk/>
            <pc:sldMk cId="867802294" sldId="269"/>
            <ac:spMk id="67" creationId="{91F891FE-1EF3-2184-1661-94C98AB6667B}"/>
          </ac:spMkLst>
        </pc:spChg>
        <pc:spChg chg="mod">
          <ac:chgData name="Claudia  Offner" userId="37b5ffd7-1d25-4f77-866b-96976fed6612" providerId="ADAL" clId="{C21C3EFB-38A2-450A-BDE4-0B04BE9D1E31}" dt="2024-04-30T16:54:22.227" v="4859" actId="13926"/>
          <ac:spMkLst>
            <pc:docMk/>
            <pc:sldMk cId="867802294" sldId="269"/>
            <ac:spMk id="79" creationId="{FA7519E1-6AAE-B9C1-312D-5B4AA6196CA9}"/>
          </ac:spMkLst>
        </pc:spChg>
        <pc:picChg chg="mod">
          <ac:chgData name="Claudia  Offner" userId="37b5ffd7-1d25-4f77-866b-96976fed6612" providerId="ADAL" clId="{C21C3EFB-38A2-450A-BDE4-0B04BE9D1E31}" dt="2024-04-30T16:47:10.059" v="4814" actId="1076"/>
          <ac:picMkLst>
            <pc:docMk/>
            <pc:sldMk cId="867802294" sldId="269"/>
            <ac:picMk id="6" creationId="{A9441159-F634-5976-5F26-F2D5E5B80F16}"/>
          </ac:picMkLst>
        </pc:picChg>
      </pc:sldChg>
      <pc:sldChg chg="addSp delSp modSp add mod ord">
        <pc:chgData name="Claudia  Offner" userId="37b5ffd7-1d25-4f77-866b-96976fed6612" providerId="ADAL" clId="{C21C3EFB-38A2-450A-BDE4-0B04BE9D1E31}" dt="2024-04-30T17:09:19.240" v="6042" actId="20577"/>
        <pc:sldMkLst>
          <pc:docMk/>
          <pc:sldMk cId="223391622" sldId="270"/>
        </pc:sldMkLst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2" creationId="{155F8A59-E34E-B7A9-6F76-6430C42D7AAC}"/>
          </ac:spMkLst>
        </pc:spChg>
        <pc:spChg chg="add del mod">
          <ac:chgData name="Claudia  Offner" userId="37b5ffd7-1d25-4f77-866b-96976fed6612" providerId="ADAL" clId="{C21C3EFB-38A2-450A-BDE4-0B04BE9D1E31}" dt="2024-04-30T16:53:51.618" v="4855"/>
          <ac:spMkLst>
            <pc:docMk/>
            <pc:sldMk cId="223391622" sldId="270"/>
            <ac:spMk id="3" creationId="{EE8CDD02-659C-B53D-4A89-DA84B8475A03}"/>
          </ac:spMkLst>
        </pc:spChg>
        <pc:spChg chg="add del mod">
          <ac:chgData name="Claudia  Offner" userId="37b5ffd7-1d25-4f77-866b-96976fed6612" providerId="ADAL" clId="{C21C3EFB-38A2-450A-BDE4-0B04BE9D1E31}" dt="2024-04-30T16:53:51.618" v="4855"/>
          <ac:spMkLst>
            <pc:docMk/>
            <pc:sldMk cId="223391622" sldId="270"/>
            <ac:spMk id="5" creationId="{B8C8C659-2504-967F-0948-FC8A730A9206}"/>
          </ac:spMkLst>
        </pc:spChg>
        <pc:spChg chg="add del mod">
          <ac:chgData name="Claudia  Offner" userId="37b5ffd7-1d25-4f77-866b-96976fed6612" providerId="ADAL" clId="{C21C3EFB-38A2-450A-BDE4-0B04BE9D1E31}" dt="2024-04-30T16:53:51.618" v="4855"/>
          <ac:spMkLst>
            <pc:docMk/>
            <pc:sldMk cId="223391622" sldId="270"/>
            <ac:spMk id="7" creationId="{479AAC63-D3B6-4381-AC40-C8B698B5BBE3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8" creationId="{C99A75B6-C370-88BA-AAFA-532BF7FE0ECE}"/>
          </ac:spMkLst>
        </pc:spChg>
        <pc:spChg chg="mod">
          <ac:chgData name="Claudia  Offner" userId="37b5ffd7-1d25-4f77-866b-96976fed6612" providerId="ADAL" clId="{C21C3EFB-38A2-450A-BDE4-0B04BE9D1E31}" dt="2024-04-30T16:53:38.390" v="4854"/>
          <ac:spMkLst>
            <pc:docMk/>
            <pc:sldMk cId="223391622" sldId="270"/>
            <ac:spMk id="9" creationId="{5A52124A-3DE4-1667-B869-B643775FC807}"/>
          </ac:spMkLst>
        </pc:spChg>
        <pc:spChg chg="add mod">
          <ac:chgData name="Claudia  Offner" userId="37b5ffd7-1d25-4f77-866b-96976fed6612" providerId="ADAL" clId="{C21C3EFB-38A2-450A-BDE4-0B04BE9D1E31}" dt="2024-04-30T16:53:35.752" v="4853"/>
          <ac:spMkLst>
            <pc:docMk/>
            <pc:sldMk cId="223391622" sldId="270"/>
            <ac:spMk id="10" creationId="{A8BCB641-4335-C53A-92E3-F173C4EBD4ED}"/>
          </ac:spMkLst>
        </pc:spChg>
        <pc:spChg chg="add mod">
          <ac:chgData name="Claudia  Offner" userId="37b5ffd7-1d25-4f77-866b-96976fed6612" providerId="ADAL" clId="{C21C3EFB-38A2-450A-BDE4-0B04BE9D1E31}" dt="2024-04-30T16:53:35.752" v="4853"/>
          <ac:spMkLst>
            <pc:docMk/>
            <pc:sldMk cId="223391622" sldId="270"/>
            <ac:spMk id="12" creationId="{8B49C1EA-D216-3AC9-A9AB-523B0C75FFCB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13" creationId="{8D282B38-23E7-6009-82CB-9D0F0407941E}"/>
          </ac:spMkLst>
        </pc:spChg>
        <pc:spChg chg="add 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14" creationId="{A1A79488-406C-45AC-13B2-F7F336261DE8}"/>
          </ac:spMkLst>
        </pc:spChg>
        <pc:spChg chg="add 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16" creationId="{57BEF94D-C0EC-608C-BDD5-8565E88CF2DF}"/>
          </ac:spMkLst>
        </pc:spChg>
        <pc:spChg chg="add mod">
          <ac:chgData name="Claudia  Offner" userId="37b5ffd7-1d25-4f77-866b-96976fed6612" providerId="ADAL" clId="{C21C3EFB-38A2-450A-BDE4-0B04BE9D1E31}" dt="2024-04-30T17:09:19.240" v="6042" actId="20577"/>
          <ac:spMkLst>
            <pc:docMk/>
            <pc:sldMk cId="223391622" sldId="270"/>
            <ac:spMk id="17" creationId="{4BF4921E-4FEA-CEB2-EE1B-1D20C972EF9B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62" creationId="{7B7E7450-158C-D6D0-45CC-DF722BD3D059}"/>
          </ac:spMkLst>
        </pc:spChg>
        <pc:spChg chg="mod">
          <ac:chgData name="Claudia  Offner" userId="37b5ffd7-1d25-4f77-866b-96976fed6612" providerId="ADAL" clId="{C21C3EFB-38A2-450A-BDE4-0B04BE9D1E31}" dt="2024-04-30T16:54:17.894" v="4858" actId="13926"/>
          <ac:spMkLst>
            <pc:docMk/>
            <pc:sldMk cId="223391622" sldId="270"/>
            <ac:spMk id="63" creationId="{893EBEE3-65AF-A2A3-6C62-1D1E9796D1F8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64" creationId="{D74C1B8F-338D-C25B-077D-ADF573014228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65" creationId="{6D2D2353-ADB0-3F81-9334-06CA67778E3E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66" creationId="{6B326C34-A8AA-7D62-6DFE-5D73AAA37CF7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67" creationId="{91F891FE-1EF3-2184-1661-94C98AB6667B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68" creationId="{E153AA03-B074-3BF2-BF87-B4FF67A50F84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69" creationId="{163F5D62-717F-A0F1-E514-6D77BB93EFC2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0" creationId="{27D4D307-85CA-F313-1B02-02610D56271E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1" creationId="{B206FED3-A1C7-6D11-83F4-E5037590BDA3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2" creationId="{FF51BFB8-B6F7-C1FD-0899-6037A5318813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3" creationId="{3D428C40-5484-9794-E375-D9C2A06C849F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4" creationId="{AB5DBA61-4BB8-65B2-755F-7E61190C7B9B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5" creationId="{7DD98551-E56A-59D5-A3F2-C268D4F9B0B6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6" creationId="{B9F6D18C-A731-5565-EB0C-A1E62E3ED6C5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7" creationId="{445BA8E1-CE2E-4702-4C73-F055F36A7134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8" creationId="{3FA2859C-0BD1-D908-C82F-BF817219AE8E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79" creationId="{FA7519E1-6AAE-B9C1-312D-5B4AA6196CA9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80" creationId="{4ED8BA62-85E6-F777-2EA6-03CE5C9B2933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81" creationId="{FD921B63-6C4C-A20C-A0E1-347C17D11C2D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82" creationId="{4D244E31-38D3-B616-5413-9770DB683EF3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83" creationId="{E15D5089-4B89-1972-2E1C-06B91003C8E3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84" creationId="{75CD8CF9-2FB4-D1E0-B52D-A88AC204B1ED}"/>
          </ac:spMkLst>
        </pc:spChg>
        <pc:spChg chg="mod">
          <ac:chgData name="Claudia  Offner" userId="37b5ffd7-1d25-4f77-866b-96976fed6612" providerId="ADAL" clId="{C21C3EFB-38A2-450A-BDE4-0B04BE9D1E31}" dt="2024-04-30T16:54:12.891" v="4857" actId="13926"/>
          <ac:spMkLst>
            <pc:docMk/>
            <pc:sldMk cId="223391622" sldId="270"/>
            <ac:spMk id="85" creationId="{952908AF-2987-F22D-79EC-8F7F1668FD87}"/>
          </ac:spMkLst>
        </pc:spChg>
      </pc:sldChg>
      <pc:sldChg chg="addSp delSp modSp add mod">
        <pc:chgData name="Claudia  Offner" userId="37b5ffd7-1d25-4f77-866b-96976fed6612" providerId="ADAL" clId="{C21C3EFB-38A2-450A-BDE4-0B04BE9D1E31}" dt="2024-04-30T17:22:22.797" v="6996" actId="20577"/>
        <pc:sldMkLst>
          <pc:docMk/>
          <pc:sldMk cId="1017183806" sldId="271"/>
        </pc:sldMkLst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2" creationId="{155F8A59-E34E-B7A9-6F76-6430C42D7AAC}"/>
          </ac:spMkLst>
        </pc:spChg>
        <pc:spChg chg="add del mod">
          <ac:chgData name="Claudia  Offner" userId="37b5ffd7-1d25-4f77-866b-96976fed6612" providerId="ADAL" clId="{C21C3EFB-38A2-450A-BDE4-0B04BE9D1E31}" dt="2024-04-30T17:16:15.028" v="6747" actId="478"/>
          <ac:spMkLst>
            <pc:docMk/>
            <pc:sldMk cId="1017183806" sldId="271"/>
            <ac:spMk id="3" creationId="{E74B2F8D-E343-C026-A68D-659E37C1D058}"/>
          </ac:spMkLst>
        </pc:spChg>
        <pc:spChg chg="add mod">
          <ac:chgData name="Claudia  Offner" userId="37b5ffd7-1d25-4f77-866b-96976fed6612" providerId="ADAL" clId="{C21C3EFB-38A2-450A-BDE4-0B04BE9D1E31}" dt="2024-04-30T17:22:22.797" v="6996" actId="20577"/>
          <ac:spMkLst>
            <pc:docMk/>
            <pc:sldMk cId="1017183806" sldId="271"/>
            <ac:spMk id="5" creationId="{DD6C61DE-2026-350D-A383-562267432D7B}"/>
          </ac:spMkLst>
        </pc:spChg>
        <pc:spChg chg="mod">
          <ac:chgData name="Claudia  Offner" userId="37b5ffd7-1d25-4f77-866b-96976fed6612" providerId="ADAL" clId="{C21C3EFB-38A2-450A-BDE4-0B04BE9D1E31}" dt="2024-04-30T17:17:13.363" v="6758" actId="14100"/>
          <ac:spMkLst>
            <pc:docMk/>
            <pc:sldMk cId="1017183806" sldId="271"/>
            <ac:spMk id="8" creationId="{C99A75B6-C370-88BA-AAFA-532BF7FE0ECE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13" creationId="{8D282B38-23E7-6009-82CB-9D0F0407941E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14" creationId="{A1A79488-406C-45AC-13B2-F7F336261DE8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16" creationId="{57BEF94D-C0EC-608C-BDD5-8565E88CF2DF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17" creationId="{4BF4921E-4FEA-CEB2-EE1B-1D20C972EF9B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62" creationId="{7B7E7450-158C-D6D0-45CC-DF722BD3D059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63" creationId="{893EBEE3-65AF-A2A3-6C62-1D1E9796D1F8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64" creationId="{D74C1B8F-338D-C25B-077D-ADF573014228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65" creationId="{6D2D2353-ADB0-3F81-9334-06CA67778E3E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66" creationId="{6B326C34-A8AA-7D62-6DFE-5D73AAA37CF7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67" creationId="{91F891FE-1EF3-2184-1661-94C98AB6667B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68" creationId="{E153AA03-B074-3BF2-BF87-B4FF67A50F84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69" creationId="{163F5D62-717F-A0F1-E514-6D77BB93EFC2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0" creationId="{27D4D307-85CA-F313-1B02-02610D56271E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1" creationId="{B206FED3-A1C7-6D11-83F4-E5037590BDA3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2" creationId="{FF51BFB8-B6F7-C1FD-0899-6037A5318813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3" creationId="{3D428C40-5484-9794-E375-D9C2A06C849F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4" creationId="{AB5DBA61-4BB8-65B2-755F-7E61190C7B9B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5" creationId="{7DD98551-E56A-59D5-A3F2-C268D4F9B0B6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6" creationId="{B9F6D18C-A731-5565-EB0C-A1E62E3ED6C5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7" creationId="{445BA8E1-CE2E-4702-4C73-F055F36A7134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8" creationId="{3FA2859C-0BD1-D908-C82F-BF817219AE8E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79" creationId="{FA7519E1-6AAE-B9C1-312D-5B4AA6196CA9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80" creationId="{4ED8BA62-85E6-F777-2EA6-03CE5C9B2933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81" creationId="{FD921B63-6C4C-A20C-A0E1-347C17D11C2D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82" creationId="{4D244E31-38D3-B616-5413-9770DB683EF3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83" creationId="{E15D5089-4B89-1972-2E1C-06B91003C8E3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84" creationId="{75CD8CF9-2FB4-D1E0-B52D-A88AC204B1ED}"/>
          </ac:spMkLst>
        </pc:spChg>
        <pc:spChg chg="del">
          <ac:chgData name="Claudia  Offner" userId="37b5ffd7-1d25-4f77-866b-96976fed6612" providerId="ADAL" clId="{C21C3EFB-38A2-450A-BDE4-0B04BE9D1E31}" dt="2024-04-30T17:13:17.902" v="6364" actId="478"/>
          <ac:spMkLst>
            <pc:docMk/>
            <pc:sldMk cId="1017183806" sldId="271"/>
            <ac:spMk id="85" creationId="{952908AF-2987-F22D-79EC-8F7F1668FD87}"/>
          </ac:spMkLst>
        </pc:sp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4" creationId="{442D6FFD-F412-EDF3-37ED-1CB03DCD3203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6" creationId="{A9441159-F634-5976-5F26-F2D5E5B80F16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11" creationId="{9F62F545-2B05-BD2F-2C34-F36520E68D4D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15" creationId="{6A70B090-7E8C-9ADF-35C5-298CFC99ABF7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20" creationId="{48EC4281-29CD-A314-CCAB-D456F5FEBA8C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40" creationId="{6EC749DF-52D8-B702-9E84-06212B1835CA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50" creationId="{C964A71E-4931-E07F-444C-2E6E46982AE2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53" creationId="{7AB778F8-4574-CE0B-C7A4-40B2FE8E7EDE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55" creationId="{5E2D713D-1F8F-F823-21CD-7C3F0E8038DE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57" creationId="{E599A1E6-7F2E-1769-369F-50040B023D89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59" creationId="{98FD8B11-E7CB-05A5-E552-E16E265B78E4}"/>
          </ac:picMkLst>
        </pc:picChg>
        <pc:picChg chg="del">
          <ac:chgData name="Claudia  Offner" userId="37b5ffd7-1d25-4f77-866b-96976fed6612" providerId="ADAL" clId="{C21C3EFB-38A2-450A-BDE4-0B04BE9D1E31}" dt="2024-04-30T17:13:17.902" v="6364" actId="478"/>
          <ac:picMkLst>
            <pc:docMk/>
            <pc:sldMk cId="1017183806" sldId="271"/>
            <ac:picMk id="61" creationId="{4D91C5BF-E985-8782-E124-8435761F538B}"/>
          </ac:picMkLst>
        </pc:picChg>
      </pc:sldChg>
    </pc:docChg>
  </pc:docChgLst>
  <pc:docChgLst>
    <pc:chgData name="Claudia  Offner" userId="37b5ffd7-1d25-4f77-866b-96976fed6612" providerId="ADAL" clId="{287E28C0-E03D-4AEB-90A3-744CCF1F7676}"/>
    <pc:docChg chg="undo custSel addSld modSld">
      <pc:chgData name="Claudia  Offner" userId="37b5ffd7-1d25-4f77-866b-96976fed6612" providerId="ADAL" clId="{287E28C0-E03D-4AEB-90A3-744CCF1F7676}" dt="2024-04-29T15:31:09.745" v="376" actId="20577"/>
      <pc:docMkLst>
        <pc:docMk/>
      </pc:docMkLst>
      <pc:sldChg chg="addSp modSp new mod">
        <pc:chgData name="Claudia  Offner" userId="37b5ffd7-1d25-4f77-866b-96976fed6612" providerId="ADAL" clId="{287E28C0-E03D-4AEB-90A3-744CCF1F7676}" dt="2024-04-29T15:31:09.745" v="376" actId="20577"/>
        <pc:sldMkLst>
          <pc:docMk/>
          <pc:sldMk cId="1280702555" sldId="261"/>
        </pc:sldMkLst>
        <pc:spChg chg="add mod">
          <ac:chgData name="Claudia  Offner" userId="37b5ffd7-1d25-4f77-866b-96976fed6612" providerId="ADAL" clId="{287E28C0-E03D-4AEB-90A3-744CCF1F7676}" dt="2024-04-29T11:55:21.183" v="67" actId="20577"/>
          <ac:spMkLst>
            <pc:docMk/>
            <pc:sldMk cId="1280702555" sldId="261"/>
            <ac:spMk id="20" creationId="{4912A8D7-0C45-5F89-FB00-BFEF80D65943}"/>
          </ac:spMkLst>
        </pc:spChg>
        <pc:spChg chg="add mod">
          <ac:chgData name="Claudia  Offner" userId="37b5ffd7-1d25-4f77-866b-96976fed6612" providerId="ADAL" clId="{287E28C0-E03D-4AEB-90A3-744CCF1F7676}" dt="2024-04-29T15:31:09.745" v="376" actId="20577"/>
          <ac:spMkLst>
            <pc:docMk/>
            <pc:sldMk cId="1280702555" sldId="261"/>
            <ac:spMk id="21" creationId="{E65B7975-CF24-8104-BF7B-CB20E658CB42}"/>
          </ac:spMkLst>
        </pc:spChg>
        <pc:grpChg chg="add mod">
          <ac:chgData name="Claudia  Offner" userId="37b5ffd7-1d25-4f77-866b-96976fed6612" providerId="ADAL" clId="{287E28C0-E03D-4AEB-90A3-744CCF1F7676}" dt="2024-04-29T11:55:53.090" v="69" actId="164"/>
          <ac:grpSpMkLst>
            <pc:docMk/>
            <pc:sldMk cId="1280702555" sldId="261"/>
            <ac:grpSpMk id="22" creationId="{F81B810B-6EB1-F3D4-6CE0-E68615FF8B1A}"/>
          </ac:grpSpMkLst>
        </pc:grpChg>
        <pc:picChg chg="add mod">
          <ac:chgData name="Claudia  Offner" userId="37b5ffd7-1d25-4f77-866b-96976fed6612" providerId="ADAL" clId="{287E28C0-E03D-4AEB-90A3-744CCF1F7676}" dt="2024-04-29T11:55:53.090" v="69" actId="164"/>
          <ac:picMkLst>
            <pc:docMk/>
            <pc:sldMk cId="1280702555" sldId="261"/>
            <ac:picMk id="3" creationId="{65CB5F45-37E9-86E5-C728-DEEAA7FC31BB}"/>
          </ac:picMkLst>
        </pc:picChg>
        <pc:picChg chg="add mod">
          <ac:chgData name="Claudia  Offner" userId="37b5ffd7-1d25-4f77-866b-96976fed6612" providerId="ADAL" clId="{287E28C0-E03D-4AEB-90A3-744CCF1F7676}" dt="2024-04-29T11:55:53.090" v="69" actId="164"/>
          <ac:picMkLst>
            <pc:docMk/>
            <pc:sldMk cId="1280702555" sldId="261"/>
            <ac:picMk id="5" creationId="{1957B98D-D357-23EE-FD7D-5C0B88C04285}"/>
          </ac:picMkLst>
        </pc:picChg>
        <pc:picChg chg="add mod">
          <ac:chgData name="Claudia  Offner" userId="37b5ffd7-1d25-4f77-866b-96976fed6612" providerId="ADAL" clId="{287E28C0-E03D-4AEB-90A3-744CCF1F7676}" dt="2024-04-29T11:55:53.090" v="69" actId="164"/>
          <ac:picMkLst>
            <pc:docMk/>
            <pc:sldMk cId="1280702555" sldId="261"/>
            <ac:picMk id="7" creationId="{24A17C3B-F075-AA3C-A644-0766C283ACC4}"/>
          </ac:picMkLst>
        </pc:picChg>
        <pc:picChg chg="add mod">
          <ac:chgData name="Claudia  Offner" userId="37b5ffd7-1d25-4f77-866b-96976fed6612" providerId="ADAL" clId="{287E28C0-E03D-4AEB-90A3-744CCF1F7676}" dt="2024-04-29T11:55:53.090" v="69" actId="164"/>
          <ac:picMkLst>
            <pc:docMk/>
            <pc:sldMk cId="1280702555" sldId="261"/>
            <ac:picMk id="9" creationId="{4C2C5B88-2B57-3FEA-723E-E651C9F0F14B}"/>
          </ac:picMkLst>
        </pc:picChg>
        <pc:picChg chg="add mod">
          <ac:chgData name="Claudia  Offner" userId="37b5ffd7-1d25-4f77-866b-96976fed6612" providerId="ADAL" clId="{287E28C0-E03D-4AEB-90A3-744CCF1F7676}" dt="2024-04-29T11:55:53.090" v="69" actId="164"/>
          <ac:picMkLst>
            <pc:docMk/>
            <pc:sldMk cId="1280702555" sldId="261"/>
            <ac:picMk id="11" creationId="{25DF3296-C255-4E7C-5F29-1B42B8A537E1}"/>
          </ac:picMkLst>
        </pc:picChg>
        <pc:picChg chg="add mod">
          <ac:chgData name="Claudia  Offner" userId="37b5ffd7-1d25-4f77-866b-96976fed6612" providerId="ADAL" clId="{287E28C0-E03D-4AEB-90A3-744CCF1F7676}" dt="2024-04-29T11:55:53.090" v="69" actId="164"/>
          <ac:picMkLst>
            <pc:docMk/>
            <pc:sldMk cId="1280702555" sldId="261"/>
            <ac:picMk id="13" creationId="{95FD6857-ECB9-F3D5-2DDE-C96B4B870CE6}"/>
          </ac:picMkLst>
        </pc:picChg>
        <pc:picChg chg="add mod modCrop">
          <ac:chgData name="Claudia  Offner" userId="37b5ffd7-1d25-4f77-866b-96976fed6612" providerId="ADAL" clId="{287E28C0-E03D-4AEB-90A3-744CCF1F7676}" dt="2024-04-29T11:55:53.090" v="69" actId="164"/>
          <ac:picMkLst>
            <pc:docMk/>
            <pc:sldMk cId="1280702555" sldId="261"/>
            <ac:picMk id="15" creationId="{26A4CB48-FB1E-B11D-2390-D8D43D1C5EF2}"/>
          </ac:picMkLst>
        </pc:picChg>
        <pc:picChg chg="add mod">
          <ac:chgData name="Claudia  Offner" userId="37b5ffd7-1d25-4f77-866b-96976fed6612" providerId="ADAL" clId="{287E28C0-E03D-4AEB-90A3-744CCF1F7676}" dt="2024-04-29T11:52:55.023" v="45" actId="571"/>
          <ac:picMkLst>
            <pc:docMk/>
            <pc:sldMk cId="1280702555" sldId="261"/>
            <ac:picMk id="16" creationId="{25D2231C-5E77-D675-283E-1FF420390937}"/>
          </ac:picMkLst>
        </pc:picChg>
        <pc:picChg chg="add mod">
          <ac:chgData name="Claudia  Offner" userId="37b5ffd7-1d25-4f77-866b-96976fed6612" providerId="ADAL" clId="{287E28C0-E03D-4AEB-90A3-744CCF1F7676}" dt="2024-04-29T11:52:55.023" v="45" actId="571"/>
          <ac:picMkLst>
            <pc:docMk/>
            <pc:sldMk cId="1280702555" sldId="261"/>
            <ac:picMk id="17" creationId="{6295BEB7-1962-1761-9F2F-43D442A24A92}"/>
          </ac:picMkLst>
        </pc:picChg>
        <pc:picChg chg="add mod">
          <ac:chgData name="Claudia  Offner" userId="37b5ffd7-1d25-4f77-866b-96976fed6612" providerId="ADAL" clId="{287E28C0-E03D-4AEB-90A3-744CCF1F7676}" dt="2024-04-29T11:52:55.023" v="45" actId="571"/>
          <ac:picMkLst>
            <pc:docMk/>
            <pc:sldMk cId="1280702555" sldId="261"/>
            <ac:picMk id="18" creationId="{281141A0-6B81-33AB-007F-41ED223E4F92}"/>
          </ac:picMkLst>
        </pc:picChg>
        <pc:picChg chg="add mod">
          <ac:chgData name="Claudia  Offner" userId="37b5ffd7-1d25-4f77-866b-96976fed6612" providerId="ADAL" clId="{287E28C0-E03D-4AEB-90A3-744CCF1F7676}" dt="2024-04-29T11:52:55.023" v="45" actId="571"/>
          <ac:picMkLst>
            <pc:docMk/>
            <pc:sldMk cId="1280702555" sldId="261"/>
            <ac:picMk id="19" creationId="{AD64993D-F258-AADB-34B7-44FB1C10910A}"/>
          </ac:picMkLst>
        </pc:picChg>
      </pc:sldChg>
    </pc:docChg>
  </pc:docChgLst>
  <pc:docChgLst>
    <pc:chgData name="Claudia  Offner" userId="37b5ffd7-1d25-4f77-866b-96976fed6612" providerId="ADAL" clId="{5B8CDFFB-35A6-4D11-A829-D98F03EAB4EA}"/>
    <pc:docChg chg="undo custSel delSld modSld">
      <pc:chgData name="Claudia  Offner" userId="37b5ffd7-1d25-4f77-866b-96976fed6612" providerId="ADAL" clId="{5B8CDFFB-35A6-4D11-A829-D98F03EAB4EA}" dt="2024-03-28T14:45:58.345" v="335" actId="478"/>
      <pc:docMkLst>
        <pc:docMk/>
      </pc:docMkLst>
      <pc:sldChg chg="addSp delSp modSp del mod">
        <pc:chgData name="Claudia  Offner" userId="37b5ffd7-1d25-4f77-866b-96976fed6612" providerId="ADAL" clId="{5B8CDFFB-35A6-4D11-A829-D98F03EAB4EA}" dt="2024-03-21T09:22:25.830" v="319" actId="47"/>
        <pc:sldMkLst>
          <pc:docMk/>
          <pc:sldMk cId="444919977" sldId="256"/>
        </pc:sldMkLst>
        <pc:spChg chg="add mod">
          <ac:chgData name="Claudia  Offner" userId="37b5ffd7-1d25-4f77-866b-96976fed6612" providerId="ADAL" clId="{5B8CDFFB-35A6-4D11-A829-D98F03EAB4EA}" dt="2024-03-20T15:08:27.714" v="211" actId="20577"/>
          <ac:spMkLst>
            <pc:docMk/>
            <pc:sldMk cId="444919977" sldId="256"/>
            <ac:spMk id="2" creationId="{AA584924-196B-95C4-EA4D-C750E9611C14}"/>
          </ac:spMkLst>
        </pc:spChg>
        <pc:spChg chg="del mod">
          <ac:chgData name="Claudia  Offner" userId="37b5ffd7-1d25-4f77-866b-96976fed6612" providerId="ADAL" clId="{5B8CDFFB-35A6-4D11-A829-D98F03EAB4EA}" dt="2024-03-20T10:47:53.458" v="194" actId="478"/>
          <ac:spMkLst>
            <pc:docMk/>
            <pc:sldMk cId="444919977" sldId="256"/>
            <ac:spMk id="10" creationId="{E810750B-811A-B9BA-DD0B-CDB7E389F999}"/>
          </ac:spMkLst>
        </pc:spChg>
        <pc:spChg chg="mod">
          <ac:chgData name="Claudia  Offner" userId="37b5ffd7-1d25-4f77-866b-96976fed6612" providerId="ADAL" clId="{5B8CDFFB-35A6-4D11-A829-D98F03EAB4EA}" dt="2024-03-20T10:46:57.697" v="172" actId="1076"/>
          <ac:spMkLst>
            <pc:docMk/>
            <pc:sldMk cId="444919977" sldId="256"/>
            <ac:spMk id="11" creationId="{A6F87676-49BA-3400-DA8C-2B35A3B59A47}"/>
          </ac:spMkLst>
        </pc:spChg>
        <pc:grpChg chg="mod">
          <ac:chgData name="Claudia  Offner" userId="37b5ffd7-1d25-4f77-866b-96976fed6612" providerId="ADAL" clId="{5B8CDFFB-35A6-4D11-A829-D98F03EAB4EA}" dt="2024-03-21T08:48:06.636" v="317" actId="14100"/>
          <ac:grpSpMkLst>
            <pc:docMk/>
            <pc:sldMk cId="444919977" sldId="256"/>
            <ac:grpSpMk id="29" creationId="{5DB18C8C-BE35-84D7-E5D0-A7E231CD8E45}"/>
          </ac:grpSpMkLst>
        </pc:grpChg>
        <pc:picChg chg="mod">
          <ac:chgData name="Claudia  Offner" userId="37b5ffd7-1d25-4f77-866b-96976fed6612" providerId="ADAL" clId="{5B8CDFFB-35A6-4D11-A829-D98F03EAB4EA}" dt="2024-03-20T16:23:29.360" v="218" actId="1076"/>
          <ac:picMkLst>
            <pc:docMk/>
            <pc:sldMk cId="444919977" sldId="256"/>
            <ac:picMk id="4" creationId="{2D5F5884-4F04-3F60-D305-770066426063}"/>
          </ac:picMkLst>
        </pc:picChg>
        <pc:picChg chg="mod">
          <ac:chgData name="Claudia  Offner" userId="37b5ffd7-1d25-4f77-866b-96976fed6612" providerId="ADAL" clId="{5B8CDFFB-35A6-4D11-A829-D98F03EAB4EA}" dt="2024-03-20T16:23:40.772" v="219" actId="1076"/>
          <ac:picMkLst>
            <pc:docMk/>
            <pc:sldMk cId="444919977" sldId="256"/>
            <ac:picMk id="5" creationId="{DBC1D659-5640-C110-ADEF-258E691102E3}"/>
          </ac:picMkLst>
        </pc:picChg>
        <pc:picChg chg="mod">
          <ac:chgData name="Claudia  Offner" userId="37b5ffd7-1d25-4f77-866b-96976fed6612" providerId="ADAL" clId="{5B8CDFFB-35A6-4D11-A829-D98F03EAB4EA}" dt="2024-03-20T16:23:29.360" v="218" actId="1076"/>
          <ac:picMkLst>
            <pc:docMk/>
            <pc:sldMk cId="444919977" sldId="256"/>
            <ac:picMk id="9" creationId="{7E85A5C8-984D-E543-76A3-C2A47F54E8C3}"/>
          </ac:picMkLst>
        </pc:picChg>
        <pc:picChg chg="add del mod modCrop">
          <ac:chgData name="Claudia  Offner" userId="37b5ffd7-1d25-4f77-866b-96976fed6612" providerId="ADAL" clId="{5B8CDFFB-35A6-4D11-A829-D98F03EAB4EA}" dt="2024-03-20T16:29:35.474" v="294" actId="1076"/>
          <ac:picMkLst>
            <pc:docMk/>
            <pc:sldMk cId="444919977" sldId="256"/>
            <ac:picMk id="13" creationId="{ABC38899-8B1A-C7D9-B6CC-F14C3EFB3E4B}"/>
          </ac:picMkLst>
        </pc:picChg>
      </pc:sldChg>
      <pc:sldChg chg="addSp delSp modSp del mod">
        <pc:chgData name="Claudia  Offner" userId="37b5ffd7-1d25-4f77-866b-96976fed6612" providerId="ADAL" clId="{5B8CDFFB-35A6-4D11-A829-D98F03EAB4EA}" dt="2024-03-21T09:22:25.830" v="319" actId="47"/>
        <pc:sldMkLst>
          <pc:docMk/>
          <pc:sldMk cId="1176980453" sldId="257"/>
        </pc:sldMkLst>
        <pc:spChg chg="add mod">
          <ac:chgData name="Claudia  Offner" userId="37b5ffd7-1d25-4f77-866b-96976fed6612" providerId="ADAL" clId="{5B8CDFFB-35A6-4D11-A829-D98F03EAB4EA}" dt="2024-03-20T10:47:12.568" v="175"/>
          <ac:spMkLst>
            <pc:docMk/>
            <pc:sldMk cId="1176980453" sldId="257"/>
            <ac:spMk id="2" creationId="{AE1FC17E-A374-DDA7-8257-204C407D5E12}"/>
          </ac:spMkLst>
        </pc:spChg>
        <pc:spChg chg="mod">
          <ac:chgData name="Claudia  Offner" userId="37b5ffd7-1d25-4f77-866b-96976fed6612" providerId="ADAL" clId="{5B8CDFFB-35A6-4D11-A829-D98F03EAB4EA}" dt="2024-03-20T15:08:33.314" v="213" actId="20577"/>
          <ac:spMkLst>
            <pc:docMk/>
            <pc:sldMk cId="1176980453" sldId="257"/>
            <ac:spMk id="5" creationId="{81BF8C2C-47F5-9FA7-5AE4-9D995B23602C}"/>
          </ac:spMkLst>
        </pc:spChg>
        <pc:spChg chg="del mod">
          <ac:chgData name="Claudia  Offner" userId="37b5ffd7-1d25-4f77-866b-96976fed6612" providerId="ADAL" clId="{5B8CDFFB-35A6-4D11-A829-D98F03EAB4EA}" dt="2024-03-20T10:47:12.197" v="174" actId="478"/>
          <ac:spMkLst>
            <pc:docMk/>
            <pc:sldMk cId="1176980453" sldId="257"/>
            <ac:spMk id="6" creationId="{4B39EAAC-3790-504A-86B2-2C66D8EF936B}"/>
          </ac:spMkLst>
        </pc:spChg>
        <pc:grpChg chg="add del mod">
          <ac:chgData name="Claudia  Offner" userId="37b5ffd7-1d25-4f77-866b-96976fed6612" providerId="ADAL" clId="{5B8CDFFB-35A6-4D11-A829-D98F03EAB4EA}" dt="2024-03-21T09:22:22.597" v="318" actId="478"/>
          <ac:grpSpMkLst>
            <pc:docMk/>
            <pc:sldMk cId="1176980453" sldId="257"/>
            <ac:grpSpMk id="4" creationId="{E3413AB6-3E67-DF9A-BF2C-A8C49B59A479}"/>
          </ac:grpSpMkLst>
        </pc:grpChg>
        <pc:grpChg chg="add del mod">
          <ac:chgData name="Claudia  Offner" userId="37b5ffd7-1d25-4f77-866b-96976fed6612" providerId="ADAL" clId="{5B8CDFFB-35A6-4D11-A829-D98F03EAB4EA}" dt="2024-03-21T08:45:16.554" v="302" actId="21"/>
          <ac:grpSpMkLst>
            <pc:docMk/>
            <pc:sldMk cId="1176980453" sldId="257"/>
            <ac:grpSpMk id="6" creationId="{043ABECD-DB3B-30EF-9D71-5509EA82EC64}"/>
          </ac:grpSpMkLst>
        </pc:grpChg>
        <pc:grpChg chg="add mod">
          <ac:chgData name="Claudia  Offner" userId="37b5ffd7-1d25-4f77-866b-96976fed6612" providerId="ADAL" clId="{5B8CDFFB-35A6-4D11-A829-D98F03EAB4EA}" dt="2024-03-21T08:45:54.190" v="315" actId="1076"/>
          <ac:grpSpMkLst>
            <pc:docMk/>
            <pc:sldMk cId="1176980453" sldId="257"/>
            <ac:grpSpMk id="14" creationId="{043ABECD-DB3B-30EF-9D71-5509EA82EC64}"/>
          </ac:grpSpMkLst>
        </pc:grpChg>
        <pc:grpChg chg="del mod">
          <ac:chgData name="Claudia  Offner" userId="37b5ffd7-1d25-4f77-866b-96976fed6612" providerId="ADAL" clId="{5B8CDFFB-35A6-4D11-A829-D98F03EAB4EA}" dt="2024-03-20T16:29:42.024" v="295" actId="478"/>
          <ac:grpSpMkLst>
            <pc:docMk/>
            <pc:sldMk cId="1176980453" sldId="257"/>
            <ac:grpSpMk id="43" creationId="{FBFF662A-71AC-8B5B-DB35-3E76AE749452}"/>
          </ac:grpSpMkLst>
        </pc:grpChg>
        <pc:grpChg chg="mod topLvl">
          <ac:chgData name="Claudia  Offner" userId="37b5ffd7-1d25-4f77-866b-96976fed6612" providerId="ADAL" clId="{5B8CDFFB-35A6-4D11-A829-D98F03EAB4EA}" dt="2024-03-21T08:45:28.157" v="308" actId="34135"/>
          <ac:grpSpMkLst>
            <pc:docMk/>
            <pc:sldMk cId="1176980453" sldId="257"/>
            <ac:grpSpMk id="44" creationId="{DCAA4AF5-CAE1-944B-5EAE-1A8957E4B64C}"/>
          </ac:grpSpMkLst>
        </pc:grpChg>
        <pc:picChg chg="add mod">
          <ac:chgData name="Claudia  Offner" userId="37b5ffd7-1d25-4f77-866b-96976fed6612" providerId="ADAL" clId="{5B8CDFFB-35A6-4D11-A829-D98F03EAB4EA}" dt="2024-03-21T08:45:28.157" v="308" actId="34135"/>
          <ac:picMkLst>
            <pc:docMk/>
            <pc:sldMk cId="1176980453" sldId="257"/>
            <ac:picMk id="3" creationId="{157EEC2F-7006-DA20-6CF4-EB1A175CCBA2}"/>
          </ac:picMkLst>
        </pc:picChg>
        <pc:picChg chg="mod">
          <ac:chgData name="Claudia  Offner" userId="37b5ffd7-1d25-4f77-866b-96976fed6612" providerId="ADAL" clId="{5B8CDFFB-35A6-4D11-A829-D98F03EAB4EA}" dt="2024-03-21T08:45:13.278" v="301"/>
          <ac:picMkLst>
            <pc:docMk/>
            <pc:sldMk cId="1176980453" sldId="257"/>
            <ac:picMk id="7" creationId="{9984F7C0-0101-A065-15F1-FED0F2F43089}"/>
          </ac:picMkLst>
        </pc:picChg>
        <pc:picChg chg="mod">
          <ac:chgData name="Claudia  Offner" userId="37b5ffd7-1d25-4f77-866b-96976fed6612" providerId="ADAL" clId="{5B8CDFFB-35A6-4D11-A829-D98F03EAB4EA}" dt="2024-03-21T08:45:13.278" v="301"/>
          <ac:picMkLst>
            <pc:docMk/>
            <pc:sldMk cId="1176980453" sldId="257"/>
            <ac:picMk id="8" creationId="{ED8CAF2C-1914-90AB-0BE6-82E0C8478CD2}"/>
          </ac:picMkLst>
        </pc:picChg>
        <pc:picChg chg="mod">
          <ac:chgData name="Claudia  Offner" userId="37b5ffd7-1d25-4f77-866b-96976fed6612" providerId="ADAL" clId="{5B8CDFFB-35A6-4D11-A829-D98F03EAB4EA}" dt="2024-03-21T08:45:13.278" v="301"/>
          <ac:picMkLst>
            <pc:docMk/>
            <pc:sldMk cId="1176980453" sldId="257"/>
            <ac:picMk id="9" creationId="{0B4C41CD-1B12-0B87-068C-E53C3A87665C}"/>
          </ac:picMkLst>
        </pc:picChg>
        <pc:picChg chg="mod">
          <ac:chgData name="Claudia  Offner" userId="37b5ffd7-1d25-4f77-866b-96976fed6612" providerId="ADAL" clId="{5B8CDFFB-35A6-4D11-A829-D98F03EAB4EA}" dt="2024-03-21T08:45:13.278" v="301"/>
          <ac:picMkLst>
            <pc:docMk/>
            <pc:sldMk cId="1176980453" sldId="257"/>
            <ac:picMk id="10" creationId="{B1846835-A23B-4273-5D8F-4F35F294F5E6}"/>
          </ac:picMkLst>
        </pc:picChg>
        <pc:picChg chg="mod">
          <ac:chgData name="Claudia  Offner" userId="37b5ffd7-1d25-4f77-866b-96976fed6612" providerId="ADAL" clId="{5B8CDFFB-35A6-4D11-A829-D98F03EAB4EA}" dt="2024-03-21T08:45:13.278" v="301"/>
          <ac:picMkLst>
            <pc:docMk/>
            <pc:sldMk cId="1176980453" sldId="257"/>
            <ac:picMk id="11" creationId="{588B5FDB-CB15-F964-1D79-B2D0E8994C83}"/>
          </ac:picMkLst>
        </pc:picChg>
        <pc:picChg chg="mod">
          <ac:chgData name="Claudia  Offner" userId="37b5ffd7-1d25-4f77-866b-96976fed6612" providerId="ADAL" clId="{5B8CDFFB-35A6-4D11-A829-D98F03EAB4EA}" dt="2024-03-21T08:45:13.278" v="301"/>
          <ac:picMkLst>
            <pc:docMk/>
            <pc:sldMk cId="1176980453" sldId="257"/>
            <ac:picMk id="12" creationId="{1A497C0D-D019-F3C9-162F-22227C3AF961}"/>
          </ac:picMkLst>
        </pc:picChg>
        <pc:picChg chg="mod">
          <ac:chgData name="Claudia  Offner" userId="37b5ffd7-1d25-4f77-866b-96976fed6612" providerId="ADAL" clId="{5B8CDFFB-35A6-4D11-A829-D98F03EAB4EA}" dt="2024-03-21T08:45:13.278" v="301"/>
          <ac:picMkLst>
            <pc:docMk/>
            <pc:sldMk cId="1176980453" sldId="257"/>
            <ac:picMk id="13" creationId="{A67A097E-393A-BDED-CC21-D5B8C0212A15}"/>
          </ac:picMkLst>
        </pc:picChg>
        <pc:picChg chg="mod">
          <ac:chgData name="Claudia  Offner" userId="37b5ffd7-1d25-4f77-866b-96976fed6612" providerId="ADAL" clId="{5B8CDFFB-35A6-4D11-A829-D98F03EAB4EA}" dt="2024-03-21T08:45:41.264" v="311"/>
          <ac:picMkLst>
            <pc:docMk/>
            <pc:sldMk cId="1176980453" sldId="257"/>
            <ac:picMk id="15" creationId="{9984F7C0-0101-A065-15F1-FED0F2F43089}"/>
          </ac:picMkLst>
        </pc:picChg>
        <pc:picChg chg="mod">
          <ac:chgData name="Claudia  Offner" userId="37b5ffd7-1d25-4f77-866b-96976fed6612" providerId="ADAL" clId="{5B8CDFFB-35A6-4D11-A829-D98F03EAB4EA}" dt="2024-03-21T08:45:41.264" v="311"/>
          <ac:picMkLst>
            <pc:docMk/>
            <pc:sldMk cId="1176980453" sldId="257"/>
            <ac:picMk id="16" creationId="{ED8CAF2C-1914-90AB-0BE6-82E0C8478CD2}"/>
          </ac:picMkLst>
        </pc:picChg>
        <pc:picChg chg="mod">
          <ac:chgData name="Claudia  Offner" userId="37b5ffd7-1d25-4f77-866b-96976fed6612" providerId="ADAL" clId="{5B8CDFFB-35A6-4D11-A829-D98F03EAB4EA}" dt="2024-03-21T08:45:41.264" v="311"/>
          <ac:picMkLst>
            <pc:docMk/>
            <pc:sldMk cId="1176980453" sldId="257"/>
            <ac:picMk id="17" creationId="{0B4C41CD-1B12-0B87-068C-E53C3A87665C}"/>
          </ac:picMkLst>
        </pc:picChg>
        <pc:picChg chg="mod">
          <ac:chgData name="Claudia  Offner" userId="37b5ffd7-1d25-4f77-866b-96976fed6612" providerId="ADAL" clId="{5B8CDFFB-35A6-4D11-A829-D98F03EAB4EA}" dt="2024-03-21T08:45:41.264" v="311"/>
          <ac:picMkLst>
            <pc:docMk/>
            <pc:sldMk cId="1176980453" sldId="257"/>
            <ac:picMk id="18" creationId="{B1846835-A23B-4273-5D8F-4F35F294F5E6}"/>
          </ac:picMkLst>
        </pc:picChg>
        <pc:picChg chg="mod">
          <ac:chgData name="Claudia  Offner" userId="37b5ffd7-1d25-4f77-866b-96976fed6612" providerId="ADAL" clId="{5B8CDFFB-35A6-4D11-A829-D98F03EAB4EA}" dt="2024-03-21T08:45:41.264" v="311"/>
          <ac:picMkLst>
            <pc:docMk/>
            <pc:sldMk cId="1176980453" sldId="257"/>
            <ac:picMk id="19" creationId="{588B5FDB-CB15-F964-1D79-B2D0E8994C83}"/>
          </ac:picMkLst>
        </pc:picChg>
        <pc:picChg chg="mod">
          <ac:chgData name="Claudia  Offner" userId="37b5ffd7-1d25-4f77-866b-96976fed6612" providerId="ADAL" clId="{5B8CDFFB-35A6-4D11-A829-D98F03EAB4EA}" dt="2024-03-21T08:45:41.264" v="311"/>
          <ac:picMkLst>
            <pc:docMk/>
            <pc:sldMk cId="1176980453" sldId="257"/>
            <ac:picMk id="20" creationId="{1A497C0D-D019-F3C9-162F-22227C3AF961}"/>
          </ac:picMkLst>
        </pc:picChg>
        <pc:picChg chg="mod">
          <ac:chgData name="Claudia  Offner" userId="37b5ffd7-1d25-4f77-866b-96976fed6612" providerId="ADAL" clId="{5B8CDFFB-35A6-4D11-A829-D98F03EAB4EA}" dt="2024-03-21T08:45:41.264" v="311"/>
          <ac:picMkLst>
            <pc:docMk/>
            <pc:sldMk cId="1176980453" sldId="257"/>
            <ac:picMk id="21" creationId="{A67A097E-393A-BDED-CC21-D5B8C0212A15}"/>
          </ac:picMkLst>
        </pc:picChg>
        <pc:picChg chg="del topLvl">
          <ac:chgData name="Claudia  Offner" userId="37b5ffd7-1d25-4f77-866b-96976fed6612" providerId="ADAL" clId="{5B8CDFFB-35A6-4D11-A829-D98F03EAB4EA}" dt="2024-03-20T16:29:42.024" v="295" actId="478"/>
          <ac:picMkLst>
            <pc:docMk/>
            <pc:sldMk cId="1176980453" sldId="257"/>
            <ac:picMk id="45" creationId="{E66472C1-5576-D878-8FFE-7555DF2096D4}"/>
          </ac:picMkLst>
        </pc:picChg>
        <pc:picChg chg="mod">
          <ac:chgData name="Claudia  Offner" userId="37b5ffd7-1d25-4f77-866b-96976fed6612" providerId="ADAL" clId="{5B8CDFFB-35A6-4D11-A829-D98F03EAB4EA}" dt="2024-03-21T08:45:28.157" v="308" actId="34135"/>
          <ac:picMkLst>
            <pc:docMk/>
            <pc:sldMk cId="1176980453" sldId="257"/>
            <ac:picMk id="46" creationId="{29642189-7671-0C27-48CF-2EF64029A961}"/>
          </ac:picMkLst>
        </pc:picChg>
        <pc:picChg chg="mod">
          <ac:chgData name="Claudia  Offner" userId="37b5ffd7-1d25-4f77-866b-96976fed6612" providerId="ADAL" clId="{5B8CDFFB-35A6-4D11-A829-D98F03EAB4EA}" dt="2024-03-21T08:45:28.157" v="308" actId="34135"/>
          <ac:picMkLst>
            <pc:docMk/>
            <pc:sldMk cId="1176980453" sldId="257"/>
            <ac:picMk id="47" creationId="{9D877322-A0BE-CEED-7085-95CDECFCFCA8}"/>
          </ac:picMkLst>
        </pc:picChg>
        <pc:picChg chg="mod">
          <ac:chgData name="Claudia  Offner" userId="37b5ffd7-1d25-4f77-866b-96976fed6612" providerId="ADAL" clId="{5B8CDFFB-35A6-4D11-A829-D98F03EAB4EA}" dt="2024-03-21T08:45:28.157" v="308" actId="34135"/>
          <ac:picMkLst>
            <pc:docMk/>
            <pc:sldMk cId="1176980453" sldId="257"/>
            <ac:picMk id="48" creationId="{46166E84-668E-7DDC-525F-60575F3D218E}"/>
          </ac:picMkLst>
        </pc:picChg>
        <pc:picChg chg="mod">
          <ac:chgData name="Claudia  Offner" userId="37b5ffd7-1d25-4f77-866b-96976fed6612" providerId="ADAL" clId="{5B8CDFFB-35A6-4D11-A829-D98F03EAB4EA}" dt="2024-03-21T08:45:28.157" v="308" actId="34135"/>
          <ac:picMkLst>
            <pc:docMk/>
            <pc:sldMk cId="1176980453" sldId="257"/>
            <ac:picMk id="49" creationId="{ACC621A4-EBD6-5AAE-C9CC-18441E40D964}"/>
          </ac:picMkLst>
        </pc:picChg>
        <pc:picChg chg="mod">
          <ac:chgData name="Claudia  Offner" userId="37b5ffd7-1d25-4f77-866b-96976fed6612" providerId="ADAL" clId="{5B8CDFFB-35A6-4D11-A829-D98F03EAB4EA}" dt="2024-03-21T08:45:28.157" v="308" actId="34135"/>
          <ac:picMkLst>
            <pc:docMk/>
            <pc:sldMk cId="1176980453" sldId="257"/>
            <ac:picMk id="50" creationId="{1C8BD540-AE99-50F0-8A89-D4377F90CC93}"/>
          </ac:picMkLst>
        </pc:picChg>
        <pc:picChg chg="mod">
          <ac:chgData name="Claudia  Offner" userId="37b5ffd7-1d25-4f77-866b-96976fed6612" providerId="ADAL" clId="{5B8CDFFB-35A6-4D11-A829-D98F03EAB4EA}" dt="2024-03-21T08:45:28.157" v="308" actId="34135"/>
          <ac:picMkLst>
            <pc:docMk/>
            <pc:sldMk cId="1176980453" sldId="257"/>
            <ac:picMk id="51" creationId="{FA041568-D6BA-A6FC-74C3-392F1B8242B3}"/>
          </ac:picMkLst>
        </pc:picChg>
      </pc:sldChg>
      <pc:sldChg chg="addSp delSp modSp mod">
        <pc:chgData name="Claudia  Offner" userId="37b5ffd7-1d25-4f77-866b-96976fed6612" providerId="ADAL" clId="{5B8CDFFB-35A6-4D11-A829-D98F03EAB4EA}" dt="2024-03-28T14:45:58.345" v="335" actId="478"/>
        <pc:sldMkLst>
          <pc:docMk/>
          <pc:sldMk cId="2457235870" sldId="258"/>
        </pc:sldMkLst>
        <pc:spChg chg="add del mod">
          <ac:chgData name="Claudia  Offner" userId="37b5ffd7-1d25-4f77-866b-96976fed6612" providerId="ADAL" clId="{5B8CDFFB-35A6-4D11-A829-D98F03EAB4EA}" dt="2024-03-28T14:45:58.345" v="335" actId="478"/>
          <ac:spMkLst>
            <pc:docMk/>
            <pc:sldMk cId="2457235870" sldId="258"/>
            <ac:spMk id="2" creationId="{6D68FA61-3558-5631-0F01-1C8ACE112EFE}"/>
          </ac:spMkLst>
        </pc:spChg>
        <pc:spChg chg="mod">
          <ac:chgData name="Claudia  Offner" userId="37b5ffd7-1d25-4f77-866b-96976fed6612" providerId="ADAL" clId="{5B8CDFFB-35A6-4D11-A829-D98F03EAB4EA}" dt="2024-03-20T10:44:07.529" v="99" actId="20577"/>
          <ac:spMkLst>
            <pc:docMk/>
            <pc:sldMk cId="2457235870" sldId="258"/>
            <ac:spMk id="13" creationId="{B5042C6A-0C95-ABFB-5B9C-9BE808EA899B}"/>
          </ac:spMkLst>
        </pc:spChg>
        <pc:spChg chg="mod">
          <ac:chgData name="Claudia  Offner" userId="37b5ffd7-1d25-4f77-866b-96976fed6612" providerId="ADAL" clId="{5B8CDFFB-35A6-4D11-A829-D98F03EAB4EA}" dt="2024-03-20T15:08:37.477" v="215" actId="20577"/>
          <ac:spMkLst>
            <pc:docMk/>
            <pc:sldMk cId="2457235870" sldId="258"/>
            <ac:spMk id="14" creationId="{BA841577-29D4-DC6F-67CB-36065C4B845D}"/>
          </ac:spMkLst>
        </pc:spChg>
        <pc:grpChg chg="add del mod">
          <ac:chgData name="Claudia  Offner" userId="37b5ffd7-1d25-4f77-866b-96976fed6612" providerId="ADAL" clId="{5B8CDFFB-35A6-4D11-A829-D98F03EAB4EA}" dt="2024-03-21T09:31:13.193" v="328" actId="21"/>
          <ac:grpSpMkLst>
            <pc:docMk/>
            <pc:sldMk cId="2457235870" sldId="258"/>
            <ac:grpSpMk id="2" creationId="{A090B2C9-D555-043D-EFE3-CD00CCF5435C}"/>
          </ac:grpSpMkLst>
        </pc:grpChg>
        <pc:grpChg chg="add mod">
          <ac:chgData name="Claudia  Offner" userId="37b5ffd7-1d25-4f77-866b-96976fed6612" providerId="ADAL" clId="{5B8CDFFB-35A6-4D11-A829-D98F03EAB4EA}" dt="2024-03-21T09:30:34.346" v="323" actId="14100"/>
          <ac:grpSpMkLst>
            <pc:docMk/>
            <pc:sldMk cId="2457235870" sldId="258"/>
            <ac:grpSpMk id="25" creationId="{6D4E14A7-7725-20BF-ADD8-B1F2FEC5A9C1}"/>
          </ac:grpSpMkLst>
        </pc:grpChg>
        <pc:picChg chg="add del mod">
          <ac:chgData name="Claudia  Offner" userId="37b5ffd7-1d25-4f77-866b-96976fed6612" providerId="ADAL" clId="{5B8CDFFB-35A6-4D11-A829-D98F03EAB4EA}" dt="2024-03-20T16:26:00.650" v="240" actId="21"/>
          <ac:picMkLst>
            <pc:docMk/>
            <pc:sldMk cId="2457235870" sldId="258"/>
            <ac:picMk id="3" creationId="{AB8C47F7-40D5-D2DB-C38C-45F9CEFD5E05}"/>
          </ac:picMkLst>
        </pc:picChg>
        <pc:picChg chg="mod">
          <ac:chgData name="Claudia  Offner" userId="37b5ffd7-1d25-4f77-866b-96976fed6612" providerId="ADAL" clId="{5B8CDFFB-35A6-4D11-A829-D98F03EAB4EA}" dt="2024-03-21T09:31:06.520" v="326"/>
          <ac:picMkLst>
            <pc:docMk/>
            <pc:sldMk cId="2457235870" sldId="258"/>
            <ac:picMk id="3" creationId="{CC593B96-7520-A549-1B10-4F2FA56A8EFA}"/>
          </ac:picMkLst>
        </pc:picChg>
        <pc:picChg chg="mod">
          <ac:chgData name="Claudia  Offner" userId="37b5ffd7-1d25-4f77-866b-96976fed6612" providerId="ADAL" clId="{5B8CDFFB-35A6-4D11-A829-D98F03EAB4EA}" dt="2024-03-21T09:31:06.520" v="326"/>
          <ac:picMkLst>
            <pc:docMk/>
            <pc:sldMk cId="2457235870" sldId="258"/>
            <ac:picMk id="4" creationId="{B69737EA-F557-3793-49D3-B98F8B80A2E7}"/>
          </ac:picMkLst>
        </pc:picChg>
        <pc:picChg chg="mod">
          <ac:chgData name="Claudia  Offner" userId="37b5ffd7-1d25-4f77-866b-96976fed6612" providerId="ADAL" clId="{5B8CDFFB-35A6-4D11-A829-D98F03EAB4EA}" dt="2024-03-21T09:31:06.520" v="326"/>
          <ac:picMkLst>
            <pc:docMk/>
            <pc:sldMk cId="2457235870" sldId="258"/>
            <ac:picMk id="5" creationId="{E19643F3-F283-8238-9E9B-41CB12500272}"/>
          </ac:picMkLst>
        </pc:picChg>
        <pc:picChg chg="add del mod modCrop">
          <ac:chgData name="Claudia  Offner" userId="37b5ffd7-1d25-4f77-866b-96976fed6612" providerId="ADAL" clId="{5B8CDFFB-35A6-4D11-A829-D98F03EAB4EA}" dt="2024-03-20T16:26:00.650" v="240" actId="21"/>
          <ac:picMkLst>
            <pc:docMk/>
            <pc:sldMk cId="2457235870" sldId="258"/>
            <ac:picMk id="5" creationId="{FBEE83F0-CF87-467B-C21B-4C1A9278DC58}"/>
          </ac:picMkLst>
        </pc:picChg>
        <pc:picChg chg="add del mod modCrop">
          <ac:chgData name="Claudia  Offner" userId="37b5ffd7-1d25-4f77-866b-96976fed6612" providerId="ADAL" clId="{5B8CDFFB-35A6-4D11-A829-D98F03EAB4EA}" dt="2024-03-20T16:26:00.650" v="240" actId="21"/>
          <ac:picMkLst>
            <pc:docMk/>
            <pc:sldMk cId="2457235870" sldId="258"/>
            <ac:picMk id="7" creationId="{FCED75EE-FE84-3238-9CBC-EC8A4EAE2C74}"/>
          </ac:picMkLst>
        </pc:picChg>
        <pc:picChg chg="add del mod">
          <ac:chgData name="Claudia  Offner" userId="37b5ffd7-1d25-4f77-866b-96976fed6612" providerId="ADAL" clId="{5B8CDFFB-35A6-4D11-A829-D98F03EAB4EA}" dt="2024-03-20T16:28:38.106" v="285" actId="478"/>
          <ac:picMkLst>
            <pc:docMk/>
            <pc:sldMk cId="2457235870" sldId="258"/>
            <ac:picMk id="8" creationId="{AB8C47F7-40D5-D2DB-C38C-45F9CEFD5E05}"/>
          </ac:picMkLst>
        </pc:picChg>
        <pc:picChg chg="add del mod">
          <ac:chgData name="Claudia  Offner" userId="37b5ffd7-1d25-4f77-866b-96976fed6612" providerId="ADAL" clId="{5B8CDFFB-35A6-4D11-A829-D98F03EAB4EA}" dt="2024-03-20T16:28:38.106" v="285" actId="478"/>
          <ac:picMkLst>
            <pc:docMk/>
            <pc:sldMk cId="2457235870" sldId="258"/>
            <ac:picMk id="9" creationId="{FBEE83F0-CF87-467B-C21B-4C1A9278DC58}"/>
          </ac:picMkLst>
        </pc:picChg>
        <pc:picChg chg="add del mod">
          <ac:chgData name="Claudia  Offner" userId="37b5ffd7-1d25-4f77-866b-96976fed6612" providerId="ADAL" clId="{5B8CDFFB-35A6-4D11-A829-D98F03EAB4EA}" dt="2024-03-20T16:28:38.106" v="285" actId="478"/>
          <ac:picMkLst>
            <pc:docMk/>
            <pc:sldMk cId="2457235870" sldId="258"/>
            <ac:picMk id="10" creationId="{FCED75EE-FE84-3238-9CBC-EC8A4EAE2C74}"/>
          </ac:picMkLst>
        </pc:picChg>
        <pc:picChg chg="add del mod ord">
          <ac:chgData name="Claudia  Offner" userId="37b5ffd7-1d25-4f77-866b-96976fed6612" providerId="ADAL" clId="{5B8CDFFB-35A6-4D11-A829-D98F03EAB4EA}" dt="2024-03-20T16:27:12.217" v="262" actId="21"/>
          <ac:picMkLst>
            <pc:docMk/>
            <pc:sldMk cId="2457235870" sldId="258"/>
            <ac:picMk id="12" creationId="{CE6F4E30-B839-EDC0-3087-BB4CEF82D0CC}"/>
          </ac:picMkLst>
        </pc:picChg>
        <pc:picChg chg="add del mod">
          <ac:chgData name="Claudia  Offner" userId="37b5ffd7-1d25-4f77-866b-96976fed6612" providerId="ADAL" clId="{5B8CDFFB-35A6-4D11-A829-D98F03EAB4EA}" dt="2024-03-20T16:27:12.217" v="262" actId="21"/>
          <ac:picMkLst>
            <pc:docMk/>
            <pc:sldMk cId="2457235870" sldId="258"/>
            <ac:picMk id="16" creationId="{8ACE2C2C-EE6A-A17F-5EA4-7F23150482D7}"/>
          </ac:picMkLst>
        </pc:picChg>
        <pc:picChg chg="add del mod ord modCrop">
          <ac:chgData name="Claudia  Offner" userId="37b5ffd7-1d25-4f77-866b-96976fed6612" providerId="ADAL" clId="{5B8CDFFB-35A6-4D11-A829-D98F03EAB4EA}" dt="2024-03-20T16:27:12.217" v="262" actId="21"/>
          <ac:picMkLst>
            <pc:docMk/>
            <pc:sldMk cId="2457235870" sldId="258"/>
            <ac:picMk id="18" creationId="{67DC7251-93F2-1B3E-863F-9A0CD33D56BA}"/>
          </ac:picMkLst>
        </pc:picChg>
        <pc:picChg chg="add mod">
          <ac:chgData name="Claudia  Offner" userId="37b5ffd7-1d25-4f77-866b-96976fed6612" providerId="ADAL" clId="{5B8CDFFB-35A6-4D11-A829-D98F03EAB4EA}" dt="2024-03-20T16:40:16.183" v="298" actId="164"/>
          <ac:picMkLst>
            <pc:docMk/>
            <pc:sldMk cId="2457235870" sldId="258"/>
            <ac:picMk id="19" creationId="{5CDB2990-1847-E678-B408-371F96E9DAD3}"/>
          </ac:picMkLst>
        </pc:picChg>
        <pc:picChg chg="add mod">
          <ac:chgData name="Claudia  Offner" userId="37b5ffd7-1d25-4f77-866b-96976fed6612" providerId="ADAL" clId="{5B8CDFFB-35A6-4D11-A829-D98F03EAB4EA}" dt="2024-03-20T16:40:16.183" v="298" actId="164"/>
          <ac:picMkLst>
            <pc:docMk/>
            <pc:sldMk cId="2457235870" sldId="258"/>
            <ac:picMk id="20" creationId="{0621C257-1E0C-A78B-EE2F-EB71E2B31EFE}"/>
          </ac:picMkLst>
        </pc:picChg>
        <pc:picChg chg="del">
          <ac:chgData name="Claudia  Offner" userId="37b5ffd7-1d25-4f77-866b-96976fed6612" providerId="ADAL" clId="{5B8CDFFB-35A6-4D11-A829-D98F03EAB4EA}" dt="2024-03-20T16:26:04.010" v="243" actId="478"/>
          <ac:picMkLst>
            <pc:docMk/>
            <pc:sldMk cId="2457235870" sldId="258"/>
            <ac:picMk id="21" creationId="{8E184D5B-A777-9A00-F31F-2C3CE462BF7A}"/>
          </ac:picMkLst>
        </pc:picChg>
        <pc:picChg chg="del">
          <ac:chgData name="Claudia  Offner" userId="37b5ffd7-1d25-4f77-866b-96976fed6612" providerId="ADAL" clId="{5B8CDFFB-35A6-4D11-A829-D98F03EAB4EA}" dt="2024-03-20T16:26:02.425" v="241" actId="478"/>
          <ac:picMkLst>
            <pc:docMk/>
            <pc:sldMk cId="2457235870" sldId="258"/>
            <ac:picMk id="22" creationId="{CCD65E05-B3FD-6695-7463-3ECB5658058C}"/>
          </ac:picMkLst>
        </pc:picChg>
        <pc:picChg chg="del">
          <ac:chgData name="Claudia  Offner" userId="37b5ffd7-1d25-4f77-866b-96976fed6612" providerId="ADAL" clId="{5B8CDFFB-35A6-4D11-A829-D98F03EAB4EA}" dt="2024-03-20T16:26:03.097" v="242" actId="478"/>
          <ac:picMkLst>
            <pc:docMk/>
            <pc:sldMk cId="2457235870" sldId="258"/>
            <ac:picMk id="23" creationId="{1F3276C3-A7D6-83B4-EBD6-82EDEA59352B}"/>
          </ac:picMkLst>
        </pc:picChg>
        <pc:picChg chg="add mod">
          <ac:chgData name="Claudia  Offner" userId="37b5ffd7-1d25-4f77-866b-96976fed6612" providerId="ADAL" clId="{5B8CDFFB-35A6-4D11-A829-D98F03EAB4EA}" dt="2024-03-20T16:40:16.183" v="298" actId="164"/>
          <ac:picMkLst>
            <pc:docMk/>
            <pc:sldMk cId="2457235870" sldId="258"/>
            <ac:picMk id="24" creationId="{BCCCC334-C8EF-E181-3B3E-182F2074E5EB}"/>
          </ac:picMkLst>
        </pc:picChg>
      </pc:sldChg>
      <pc:sldChg chg="addSp delSp modSp mod">
        <pc:chgData name="Claudia  Offner" userId="37b5ffd7-1d25-4f77-866b-96976fed6612" providerId="ADAL" clId="{5B8CDFFB-35A6-4D11-A829-D98F03EAB4EA}" dt="2024-03-21T09:31:16.947" v="330" actId="478"/>
        <pc:sldMkLst>
          <pc:docMk/>
          <pc:sldMk cId="3595104368" sldId="259"/>
        </pc:sldMkLst>
        <pc:spChg chg="mod">
          <ac:chgData name="Claudia  Offner" userId="37b5ffd7-1d25-4f77-866b-96976fed6612" providerId="ADAL" clId="{5B8CDFFB-35A6-4D11-A829-D98F03EAB4EA}" dt="2024-03-20T10:45:50.928" v="162"/>
          <ac:spMkLst>
            <pc:docMk/>
            <pc:sldMk cId="3595104368" sldId="259"/>
            <ac:spMk id="13" creationId="{B5042C6A-0C95-ABFB-5B9C-9BE808EA899B}"/>
          </ac:spMkLst>
        </pc:spChg>
        <pc:spChg chg="mod">
          <ac:chgData name="Claudia  Offner" userId="37b5ffd7-1d25-4f77-866b-96976fed6612" providerId="ADAL" clId="{5B8CDFFB-35A6-4D11-A829-D98F03EAB4EA}" dt="2024-03-20T15:08:41.934" v="217" actId="20577"/>
          <ac:spMkLst>
            <pc:docMk/>
            <pc:sldMk cId="3595104368" sldId="259"/>
            <ac:spMk id="14" creationId="{BA841577-29D4-DC6F-67CB-36065C4B845D}"/>
          </ac:spMkLst>
        </pc:spChg>
        <pc:grpChg chg="add del mod">
          <ac:chgData name="Claudia  Offner" userId="37b5ffd7-1d25-4f77-866b-96976fed6612" providerId="ADAL" clId="{5B8CDFFB-35A6-4D11-A829-D98F03EAB4EA}" dt="2024-03-21T09:31:16.947" v="330" actId="478"/>
          <ac:grpSpMkLst>
            <pc:docMk/>
            <pc:sldMk cId="3595104368" sldId="259"/>
            <ac:grpSpMk id="2" creationId="{D9A9D48E-F112-4D6D-0A0C-2752ED78EDF3}"/>
          </ac:grpSpMkLst>
        </pc:grpChg>
        <pc:grpChg chg="add mod">
          <ac:chgData name="Claudia  Offner" userId="37b5ffd7-1d25-4f77-866b-96976fed6612" providerId="ADAL" clId="{5B8CDFFB-35A6-4D11-A829-D98F03EAB4EA}" dt="2024-03-21T09:31:14.517" v="329"/>
          <ac:grpSpMkLst>
            <pc:docMk/>
            <pc:sldMk cId="3595104368" sldId="259"/>
            <ac:grpSpMk id="3" creationId="{A090B2C9-D555-043D-EFE3-CD00CCF5435C}"/>
          </ac:grpSpMkLst>
        </pc:grpChg>
        <pc:picChg chg="add del mod ord modCrop">
          <ac:chgData name="Claudia  Offner" userId="37b5ffd7-1d25-4f77-866b-96976fed6612" providerId="ADAL" clId="{5B8CDFFB-35A6-4D11-A829-D98F03EAB4EA}" dt="2024-03-20T16:28:34.534" v="284" actId="21"/>
          <ac:picMkLst>
            <pc:docMk/>
            <pc:sldMk cId="3595104368" sldId="259"/>
            <ac:picMk id="3" creationId="{BCCCC334-C8EF-E181-3B3E-182F2074E5EB}"/>
          </ac:picMkLst>
        </pc:picChg>
        <pc:picChg chg="mod">
          <ac:chgData name="Claudia  Offner" userId="37b5ffd7-1d25-4f77-866b-96976fed6612" providerId="ADAL" clId="{5B8CDFFB-35A6-4D11-A829-D98F03EAB4EA}" dt="2024-03-21T09:31:14.517" v="329"/>
          <ac:picMkLst>
            <pc:docMk/>
            <pc:sldMk cId="3595104368" sldId="259"/>
            <ac:picMk id="4" creationId="{CC593B96-7520-A549-1B10-4F2FA56A8EFA}"/>
          </ac:picMkLst>
        </pc:picChg>
        <pc:picChg chg="add del mod">
          <ac:chgData name="Claudia  Offner" userId="37b5ffd7-1d25-4f77-866b-96976fed6612" providerId="ADAL" clId="{5B8CDFFB-35A6-4D11-A829-D98F03EAB4EA}" dt="2024-03-20T16:28:34.534" v="284" actId="21"/>
          <ac:picMkLst>
            <pc:docMk/>
            <pc:sldMk cId="3595104368" sldId="259"/>
            <ac:picMk id="5" creationId="{5CDB2990-1847-E678-B408-371F96E9DAD3}"/>
          </ac:picMkLst>
        </pc:picChg>
        <pc:picChg chg="mod">
          <ac:chgData name="Claudia  Offner" userId="37b5ffd7-1d25-4f77-866b-96976fed6612" providerId="ADAL" clId="{5B8CDFFB-35A6-4D11-A829-D98F03EAB4EA}" dt="2024-03-21T09:31:14.517" v="329"/>
          <ac:picMkLst>
            <pc:docMk/>
            <pc:sldMk cId="3595104368" sldId="259"/>
            <ac:picMk id="5" creationId="{B69737EA-F557-3793-49D3-B98F8B80A2E7}"/>
          </ac:picMkLst>
        </pc:picChg>
        <pc:picChg chg="mod">
          <ac:chgData name="Claudia  Offner" userId="37b5ffd7-1d25-4f77-866b-96976fed6612" providerId="ADAL" clId="{5B8CDFFB-35A6-4D11-A829-D98F03EAB4EA}" dt="2024-03-21T09:31:14.517" v="329"/>
          <ac:picMkLst>
            <pc:docMk/>
            <pc:sldMk cId="3595104368" sldId="259"/>
            <ac:picMk id="6" creationId="{E19643F3-F283-8238-9E9B-41CB12500272}"/>
          </ac:picMkLst>
        </pc:picChg>
        <pc:picChg chg="add del mod ord">
          <ac:chgData name="Claudia  Offner" userId="37b5ffd7-1d25-4f77-866b-96976fed6612" providerId="ADAL" clId="{5B8CDFFB-35A6-4D11-A829-D98F03EAB4EA}" dt="2024-03-20T16:28:34.534" v="284" actId="21"/>
          <ac:picMkLst>
            <pc:docMk/>
            <pc:sldMk cId="3595104368" sldId="259"/>
            <ac:picMk id="7" creationId="{0621C257-1E0C-A78B-EE2F-EB71E2B31EFE}"/>
          </ac:picMkLst>
        </pc:picChg>
        <pc:picChg chg="add mod">
          <ac:chgData name="Claudia  Offner" userId="37b5ffd7-1d25-4f77-866b-96976fed6612" providerId="ADAL" clId="{5B8CDFFB-35A6-4D11-A829-D98F03EAB4EA}" dt="2024-03-21T09:31:00.449" v="324" actId="164"/>
          <ac:picMkLst>
            <pc:docMk/>
            <pc:sldMk cId="3595104368" sldId="259"/>
            <ac:picMk id="12" creationId="{CE6F4E30-B839-EDC0-3087-BB4CEF82D0CC}"/>
          </ac:picMkLst>
        </pc:picChg>
        <pc:picChg chg="add mod">
          <ac:chgData name="Claudia  Offner" userId="37b5ffd7-1d25-4f77-866b-96976fed6612" providerId="ADAL" clId="{5B8CDFFB-35A6-4D11-A829-D98F03EAB4EA}" dt="2024-03-21T09:31:00.449" v="324" actId="164"/>
          <ac:picMkLst>
            <pc:docMk/>
            <pc:sldMk cId="3595104368" sldId="259"/>
            <ac:picMk id="16" creationId="{8ACE2C2C-EE6A-A17F-5EA4-7F23150482D7}"/>
          </ac:picMkLst>
        </pc:picChg>
        <pc:picChg chg="add mod">
          <ac:chgData name="Claudia  Offner" userId="37b5ffd7-1d25-4f77-866b-96976fed6612" providerId="ADAL" clId="{5B8CDFFB-35A6-4D11-A829-D98F03EAB4EA}" dt="2024-03-21T09:31:00.449" v="324" actId="164"/>
          <ac:picMkLst>
            <pc:docMk/>
            <pc:sldMk cId="3595104368" sldId="259"/>
            <ac:picMk id="18" creationId="{67DC7251-93F2-1B3E-863F-9A0CD33D56BA}"/>
          </ac:picMkLst>
        </pc:picChg>
        <pc:picChg chg="del">
          <ac:chgData name="Claudia  Offner" userId="37b5ffd7-1d25-4f77-866b-96976fed6612" providerId="ADAL" clId="{5B8CDFFB-35A6-4D11-A829-D98F03EAB4EA}" dt="2024-03-20T16:27:16.563" v="263" actId="478"/>
          <ac:picMkLst>
            <pc:docMk/>
            <pc:sldMk cId="3595104368" sldId="259"/>
            <ac:picMk id="25" creationId="{879AB95A-26E0-8229-5450-E16E9BB7E986}"/>
          </ac:picMkLst>
        </pc:picChg>
        <pc:picChg chg="del">
          <ac:chgData name="Claudia  Offner" userId="37b5ffd7-1d25-4f77-866b-96976fed6612" providerId="ADAL" clId="{5B8CDFFB-35A6-4D11-A829-D98F03EAB4EA}" dt="2024-03-20T16:27:16.563" v="263" actId="478"/>
          <ac:picMkLst>
            <pc:docMk/>
            <pc:sldMk cId="3595104368" sldId="259"/>
            <ac:picMk id="27" creationId="{FD6234BD-B3C0-4475-2D55-A80D06445AE3}"/>
          </ac:picMkLst>
        </pc:picChg>
        <pc:picChg chg="del">
          <ac:chgData name="Claudia  Offner" userId="37b5ffd7-1d25-4f77-866b-96976fed6612" providerId="ADAL" clId="{5B8CDFFB-35A6-4D11-A829-D98F03EAB4EA}" dt="2024-03-20T16:27:16.563" v="263" actId="478"/>
          <ac:picMkLst>
            <pc:docMk/>
            <pc:sldMk cId="3595104368" sldId="259"/>
            <ac:picMk id="29" creationId="{31F27F86-DE7B-A81E-75DD-BE731977D84D}"/>
          </ac:picMkLst>
        </pc:picChg>
      </pc:sldChg>
    </pc:docChg>
  </pc:docChgLst>
  <pc:docChgLst>
    <pc:chgData name="Claudia  Offner" userId="37b5ffd7-1d25-4f77-866b-96976fed6612" providerId="ADAL" clId="{2819ACDB-D8BE-43D9-AFAF-3B4D17C9955B}"/>
    <pc:docChg chg="undo redo custSel addSld delSld modSld sldOrd">
      <pc:chgData name="Claudia  Offner" userId="37b5ffd7-1d25-4f77-866b-96976fed6612" providerId="ADAL" clId="{2819ACDB-D8BE-43D9-AFAF-3B4D17C9955B}" dt="2024-04-26T09:47:55.292" v="3845" actId="20577"/>
      <pc:docMkLst>
        <pc:docMk/>
      </pc:docMkLst>
      <pc:sldChg chg="modSp mod">
        <pc:chgData name="Claudia  Offner" userId="37b5ffd7-1d25-4f77-866b-96976fed6612" providerId="ADAL" clId="{2819ACDB-D8BE-43D9-AFAF-3B4D17C9955B}" dt="2024-04-26T09:47:37.654" v="3840" actId="120"/>
        <pc:sldMkLst>
          <pc:docMk/>
          <pc:sldMk cId="2457235870" sldId="258"/>
        </pc:sldMkLst>
        <pc:spChg chg="mod">
          <ac:chgData name="Claudia  Offner" userId="37b5ffd7-1d25-4f77-866b-96976fed6612" providerId="ADAL" clId="{2819ACDB-D8BE-43D9-AFAF-3B4D17C9955B}" dt="2024-04-26T09:47:37.654" v="3840" actId="120"/>
          <ac:spMkLst>
            <pc:docMk/>
            <pc:sldMk cId="2457235870" sldId="258"/>
            <ac:spMk id="14" creationId="{BA841577-29D4-DC6F-67CB-36065C4B845D}"/>
          </ac:spMkLst>
        </pc:spChg>
      </pc:sldChg>
      <pc:sldChg chg="modSp mod">
        <pc:chgData name="Claudia  Offner" userId="37b5ffd7-1d25-4f77-866b-96976fed6612" providerId="ADAL" clId="{2819ACDB-D8BE-43D9-AFAF-3B4D17C9955B}" dt="2024-04-26T09:47:40.709" v="3841" actId="120"/>
        <pc:sldMkLst>
          <pc:docMk/>
          <pc:sldMk cId="3595104368" sldId="259"/>
        </pc:sldMkLst>
        <pc:spChg chg="mod">
          <ac:chgData name="Claudia  Offner" userId="37b5ffd7-1d25-4f77-866b-96976fed6612" providerId="ADAL" clId="{2819ACDB-D8BE-43D9-AFAF-3B4D17C9955B}" dt="2024-04-26T09:47:40.709" v="3841" actId="120"/>
          <ac:spMkLst>
            <pc:docMk/>
            <pc:sldMk cId="3595104368" sldId="259"/>
            <ac:spMk id="14" creationId="{BA841577-29D4-DC6F-67CB-36065C4B845D}"/>
          </ac:spMkLst>
        </pc:spChg>
      </pc:sldChg>
      <pc:sldChg chg="addSp delSp modSp new mod ord">
        <pc:chgData name="Claudia  Offner" userId="37b5ffd7-1d25-4f77-866b-96976fed6612" providerId="ADAL" clId="{2819ACDB-D8BE-43D9-AFAF-3B4D17C9955B}" dt="2024-04-26T09:47:55.292" v="3845" actId="20577"/>
        <pc:sldMkLst>
          <pc:docMk/>
          <pc:sldMk cId="2994191881" sldId="260"/>
        </pc:sldMkLst>
        <pc:spChg chg="add del mod">
          <ac:chgData name="Claudia  Offner" userId="37b5ffd7-1d25-4f77-866b-96976fed6612" providerId="ADAL" clId="{2819ACDB-D8BE-43D9-AFAF-3B4D17C9955B}" dt="2024-04-24T07:42:23.982" v="11" actId="478"/>
          <ac:spMkLst>
            <pc:docMk/>
            <pc:sldMk cId="2994191881" sldId="260"/>
            <ac:spMk id="2" creationId="{1C1159DB-BF73-D349-1D63-E7845AF78862}"/>
          </ac:spMkLst>
        </pc:spChg>
        <pc:spChg chg="add mod">
          <ac:chgData name="Claudia  Offner" userId="37b5ffd7-1d25-4f77-866b-96976fed6612" providerId="ADAL" clId="{2819ACDB-D8BE-43D9-AFAF-3B4D17C9955B}" dt="2024-04-25T16:08:56.275" v="2245" actId="14100"/>
          <ac:spMkLst>
            <pc:docMk/>
            <pc:sldMk cId="2994191881" sldId="260"/>
            <ac:spMk id="2" creationId="{85471933-8F31-4283-3E6E-655647CA4854}"/>
          </ac:spMkLst>
        </pc:spChg>
        <pc:spChg chg="add mod ord">
          <ac:chgData name="Claudia  Offner" userId="37b5ffd7-1d25-4f77-866b-96976fed6612" providerId="ADAL" clId="{2819ACDB-D8BE-43D9-AFAF-3B4D17C9955B}" dt="2024-04-25T16:08:51.356" v="2244" actId="14100"/>
          <ac:spMkLst>
            <pc:docMk/>
            <pc:sldMk cId="2994191881" sldId="260"/>
            <ac:spMk id="4" creationId="{E36E51D2-E484-7B08-1AAC-1DFE650BDF77}"/>
          </ac:spMkLst>
        </pc:spChg>
        <pc:spChg chg="add mod">
          <ac:chgData name="Claudia  Offner" userId="37b5ffd7-1d25-4f77-866b-96976fed6612" providerId="ADAL" clId="{2819ACDB-D8BE-43D9-AFAF-3B4D17C9955B}" dt="2024-04-24T07:42:13.073" v="7"/>
          <ac:spMkLst>
            <pc:docMk/>
            <pc:sldMk cId="2994191881" sldId="260"/>
            <ac:spMk id="4" creationId="{F99457FB-34D8-ADEE-757B-3FAEB7E90AF9}"/>
          </ac:spMkLst>
        </pc:spChg>
        <pc:spChg chg="add mod">
          <ac:chgData name="Claudia  Offner" userId="37b5ffd7-1d25-4f77-866b-96976fed6612" providerId="ADAL" clId="{2819ACDB-D8BE-43D9-AFAF-3B4D17C9955B}" dt="2024-04-26T09:47:55.292" v="3845" actId="20577"/>
          <ac:spMkLst>
            <pc:docMk/>
            <pc:sldMk cId="2994191881" sldId="260"/>
            <ac:spMk id="5" creationId="{CDF51B1D-8224-A932-945A-B86DD0ED3283}"/>
          </ac:spMkLst>
        </pc:spChg>
        <pc:spChg chg="add mod">
          <ac:chgData name="Claudia  Offner" userId="37b5ffd7-1d25-4f77-866b-96976fed6612" providerId="ADAL" clId="{2819ACDB-D8BE-43D9-AFAF-3B4D17C9955B}" dt="2024-04-25T16:08:42.953" v="2241" actId="14100"/>
          <ac:spMkLst>
            <pc:docMk/>
            <pc:sldMk cId="2994191881" sldId="260"/>
            <ac:spMk id="6" creationId="{C3CA1D1A-F24A-1EA4-4E4A-B89FD9860DEB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7" creationId="{69A1ECF9-5D17-FBBC-7750-A9C10C17BED3}"/>
          </ac:spMkLst>
        </pc:spChg>
        <pc:spChg chg="add mod">
          <ac:chgData name="Claudia  Offner" userId="37b5ffd7-1d25-4f77-866b-96976fed6612" providerId="ADAL" clId="{2819ACDB-D8BE-43D9-AFAF-3B4D17C9955B}" dt="2024-04-25T13:24:52.594" v="83" actId="1076"/>
          <ac:spMkLst>
            <pc:docMk/>
            <pc:sldMk cId="2994191881" sldId="260"/>
            <ac:spMk id="9" creationId="{86FE9E91-EDC7-2CCE-3CF2-DE724A6370D0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0" creationId="{51CA07FC-7A15-FACF-B26E-D07162C661D2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1" creationId="{E6FBD369-2CE9-0A3C-C1B8-BD599CC16314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2" creationId="{F4228545-EFD3-0D1C-75DF-B8208E911FD7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3" creationId="{8BA6DCB3-9E3F-166A-8879-AFE6E6DC1A1D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4" creationId="{0ED14AB2-4C6A-2900-2E9E-6D42C148DA0C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5" creationId="{ADE5A144-FA24-89B3-2058-F49A25878D0B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6" creationId="{4AD47161-61DF-4F0B-7528-FC044A97EE80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7" creationId="{B258DB9F-E170-52B4-4FEA-C9DC7D1D08C1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8" creationId="{E5B9DDBC-A475-7299-2526-C089D7B212F1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9" creationId="{CA0368AE-A341-5053-7149-DE7E38FA95CD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20" creationId="{22030D1D-50E9-A8B0-66BD-5EE94C59522D}"/>
          </ac:spMkLst>
        </pc:spChg>
        <pc:spChg chg="add del mod">
          <ac:chgData name="Claudia  Offner" userId="37b5ffd7-1d25-4f77-866b-96976fed6612" providerId="ADAL" clId="{2819ACDB-D8BE-43D9-AFAF-3B4D17C9955B}" dt="2024-04-25T15:34:26.410" v="1760" actId="478"/>
          <ac:spMkLst>
            <pc:docMk/>
            <pc:sldMk cId="2994191881" sldId="260"/>
            <ac:spMk id="22" creationId="{93C7B87F-3F53-76E1-650D-56EAA48523E2}"/>
          </ac:spMkLst>
        </pc:spChg>
        <pc:spChg chg="add mod">
          <ac:chgData name="Claudia  Offner" userId="37b5ffd7-1d25-4f77-866b-96976fed6612" providerId="ADAL" clId="{2819ACDB-D8BE-43D9-AFAF-3B4D17C9955B}" dt="2024-04-25T13:26:23.824" v="100"/>
          <ac:spMkLst>
            <pc:docMk/>
            <pc:sldMk cId="2994191881" sldId="260"/>
            <ac:spMk id="23" creationId="{1B4A015D-730F-BC18-03BC-B766DE502976}"/>
          </ac:spMkLst>
        </pc:spChg>
        <pc:spChg chg="add mod">
          <ac:chgData name="Claudia  Offner" userId="37b5ffd7-1d25-4f77-866b-96976fed6612" providerId="ADAL" clId="{2819ACDB-D8BE-43D9-AFAF-3B4D17C9955B}" dt="2024-04-25T16:07:43.783" v="2232" actId="165"/>
          <ac:spMkLst>
            <pc:docMk/>
            <pc:sldMk cId="2994191881" sldId="260"/>
            <ac:spMk id="24" creationId="{44A22CD3-297A-3E08-807B-545BD58E3A7A}"/>
          </ac:spMkLst>
        </pc:spChg>
        <pc:spChg chg="add mod">
          <ac:chgData name="Claudia  Offner" userId="37b5ffd7-1d25-4f77-866b-96976fed6612" providerId="ADAL" clId="{2819ACDB-D8BE-43D9-AFAF-3B4D17C9955B}" dt="2024-04-25T16:07:43.783" v="2232" actId="165"/>
          <ac:spMkLst>
            <pc:docMk/>
            <pc:sldMk cId="2994191881" sldId="260"/>
            <ac:spMk id="25" creationId="{3B81AAE9-B5B3-19C2-7FB0-AC04ACCE630B}"/>
          </ac:spMkLst>
        </pc:spChg>
        <pc:spChg chg="add mod">
          <ac:chgData name="Claudia  Offner" userId="37b5ffd7-1d25-4f77-866b-96976fed6612" providerId="ADAL" clId="{2819ACDB-D8BE-43D9-AFAF-3B4D17C9955B}" dt="2024-04-25T16:07:43.783" v="2232" actId="165"/>
          <ac:spMkLst>
            <pc:docMk/>
            <pc:sldMk cId="2994191881" sldId="260"/>
            <ac:spMk id="26" creationId="{45AD1952-9D91-E324-4BA6-0ED27F0074F6}"/>
          </ac:spMkLst>
        </pc:spChg>
        <pc:spChg chg="add mod">
          <ac:chgData name="Claudia  Offner" userId="37b5ffd7-1d25-4f77-866b-96976fed6612" providerId="ADAL" clId="{2819ACDB-D8BE-43D9-AFAF-3B4D17C9955B}" dt="2024-04-25T16:07:43.783" v="2232" actId="165"/>
          <ac:spMkLst>
            <pc:docMk/>
            <pc:sldMk cId="2994191881" sldId="260"/>
            <ac:spMk id="27" creationId="{FF5DAD62-4F1F-5075-6763-1750D1DFB4E6}"/>
          </ac:spMkLst>
        </pc:spChg>
        <pc:spChg chg="add mod">
          <ac:chgData name="Claudia  Offner" userId="37b5ffd7-1d25-4f77-866b-96976fed6612" providerId="ADAL" clId="{2819ACDB-D8BE-43D9-AFAF-3B4D17C9955B}" dt="2024-04-25T16:07:43.783" v="2232" actId="165"/>
          <ac:spMkLst>
            <pc:docMk/>
            <pc:sldMk cId="2994191881" sldId="260"/>
            <ac:spMk id="28" creationId="{894D692B-C001-88D8-92B7-8ADEB6A1F734}"/>
          </ac:spMkLst>
        </pc:spChg>
        <pc:spChg chg="add mod">
          <ac:chgData name="Claudia  Offner" userId="37b5ffd7-1d25-4f77-866b-96976fed6612" providerId="ADAL" clId="{2819ACDB-D8BE-43D9-AFAF-3B4D17C9955B}" dt="2024-04-25T16:07:43.783" v="2232" actId="165"/>
          <ac:spMkLst>
            <pc:docMk/>
            <pc:sldMk cId="2994191881" sldId="260"/>
            <ac:spMk id="29" creationId="{37FE3FC6-F7ED-5418-D739-6AFFE5DBAE7D}"/>
          </ac:spMkLst>
        </pc:spChg>
        <pc:spChg chg="add mod">
          <ac:chgData name="Claudia  Offner" userId="37b5ffd7-1d25-4f77-866b-96976fed6612" providerId="ADAL" clId="{2819ACDB-D8BE-43D9-AFAF-3B4D17C9955B}" dt="2024-04-25T16:07:43.783" v="2232" actId="165"/>
          <ac:spMkLst>
            <pc:docMk/>
            <pc:sldMk cId="2994191881" sldId="260"/>
            <ac:spMk id="30" creationId="{8875F94B-9A8F-A759-9906-A2D8E33B937F}"/>
          </ac:spMkLst>
        </pc:spChg>
        <pc:spChg chg="add mod">
          <ac:chgData name="Claudia  Offner" userId="37b5ffd7-1d25-4f77-866b-96976fed6612" providerId="ADAL" clId="{2819ACDB-D8BE-43D9-AFAF-3B4D17C9955B}" dt="2024-04-25T16:07:43.783" v="2232" actId="165"/>
          <ac:spMkLst>
            <pc:docMk/>
            <pc:sldMk cId="2994191881" sldId="260"/>
            <ac:spMk id="31" creationId="{DC1247F8-1A14-DD45-D51C-33A547731A26}"/>
          </ac:spMkLst>
        </pc:spChg>
        <pc:spChg chg="add del">
          <ac:chgData name="Claudia  Offner" userId="37b5ffd7-1d25-4f77-866b-96976fed6612" providerId="ADAL" clId="{2819ACDB-D8BE-43D9-AFAF-3B4D17C9955B}" dt="2024-04-25T13:28:44.016" v="121" actId="478"/>
          <ac:spMkLst>
            <pc:docMk/>
            <pc:sldMk cId="2994191881" sldId="260"/>
            <ac:spMk id="34" creationId="{F3726275-EF4F-A816-CBB0-EF8B64C3F264}"/>
          </ac:spMkLst>
        </pc:spChg>
        <pc:spChg chg="add del mod">
          <ac:chgData name="Claudia  Offner" userId="37b5ffd7-1d25-4f77-866b-96976fed6612" providerId="ADAL" clId="{2819ACDB-D8BE-43D9-AFAF-3B4D17C9955B}" dt="2024-04-25T13:29:48.147" v="127" actId="478"/>
          <ac:spMkLst>
            <pc:docMk/>
            <pc:sldMk cId="2994191881" sldId="260"/>
            <ac:spMk id="35" creationId="{4415630C-0DD5-8F2E-B3AF-7ECD790A5E2F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36" creationId="{219C30C2-9E7D-DF3B-D60F-90E45D54B29E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37" creationId="{8BEB47D6-941D-9488-7623-98D2A59772DA}"/>
          </ac:spMkLst>
        </pc:spChg>
        <pc:spChg chg="add del mod">
          <ac:chgData name="Claudia  Offner" userId="37b5ffd7-1d25-4f77-866b-96976fed6612" providerId="ADAL" clId="{2819ACDB-D8BE-43D9-AFAF-3B4D17C9955B}" dt="2024-04-25T13:30:50.808" v="138" actId="478"/>
          <ac:spMkLst>
            <pc:docMk/>
            <pc:sldMk cId="2994191881" sldId="260"/>
            <ac:spMk id="38" creationId="{ABE232A9-6728-761F-6B11-DFA8A8F1B4C9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39" creationId="{7D892369-7D71-3A2C-81C3-BA9DB06C9CD9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40" creationId="{E4232B05-A83F-A2F1-031B-3BEB0D977C51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41" creationId="{7E86A897-2B87-80AC-4581-385EB0686698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42" creationId="{26325872-9C7F-BFC2-0D45-AE552E6039E4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43" creationId="{0C9C2974-7262-7524-7D99-FCBF5F764260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44" creationId="{DAF9D8F4-CD83-3E6D-3530-350540C72BA8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45" creationId="{5983132A-2968-79BA-D4E6-3ED1A8F494D1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46" creationId="{96780F2A-3076-1432-D46E-67C981766173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47" creationId="{1C0991F3-9CE0-E17C-6684-51B610A7890B}"/>
          </ac:spMkLst>
        </pc:spChg>
        <pc:spChg chg="add mod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48" creationId="{B9D51C69-3957-65E2-F4CD-F83DFFD730EF}"/>
          </ac:spMkLst>
        </pc:spChg>
        <pc:spChg chg="add del">
          <ac:chgData name="Claudia  Offner" userId="37b5ffd7-1d25-4f77-866b-96976fed6612" providerId="ADAL" clId="{2819ACDB-D8BE-43D9-AFAF-3B4D17C9955B}" dt="2024-04-25T13:33:29.660" v="166" actId="478"/>
          <ac:spMkLst>
            <pc:docMk/>
            <pc:sldMk cId="2994191881" sldId="260"/>
            <ac:spMk id="50" creationId="{42EC080E-7C55-890B-828E-55502A162E94}"/>
          </ac:spMkLst>
        </pc:spChg>
        <pc:spChg chg="add del mod">
          <ac:chgData name="Claudia  Offner" userId="37b5ffd7-1d25-4f77-866b-96976fed6612" providerId="ADAL" clId="{2819ACDB-D8BE-43D9-AFAF-3B4D17C9955B}" dt="2024-04-25T13:34:49.302" v="170" actId="478"/>
          <ac:spMkLst>
            <pc:docMk/>
            <pc:sldMk cId="2994191881" sldId="260"/>
            <ac:spMk id="51" creationId="{657A5F9C-1AE0-F344-519E-8CAFC2EDBA1E}"/>
          </ac:spMkLst>
        </pc:spChg>
        <pc:spChg chg="add del">
          <ac:chgData name="Claudia  Offner" userId="37b5ffd7-1d25-4f77-866b-96976fed6612" providerId="ADAL" clId="{2819ACDB-D8BE-43D9-AFAF-3B4D17C9955B}" dt="2024-04-25T13:35:15.403" v="172" actId="478"/>
          <ac:spMkLst>
            <pc:docMk/>
            <pc:sldMk cId="2994191881" sldId="260"/>
            <ac:spMk id="52" creationId="{67F940D6-58FF-501F-6B7B-8E0CEAF3AF9E}"/>
          </ac:spMkLst>
        </pc:spChg>
        <pc:spChg chg="add del">
          <ac:chgData name="Claudia  Offner" userId="37b5ffd7-1d25-4f77-866b-96976fed6612" providerId="ADAL" clId="{2819ACDB-D8BE-43D9-AFAF-3B4D17C9955B}" dt="2024-04-25T13:35:41.483" v="174" actId="11529"/>
          <ac:spMkLst>
            <pc:docMk/>
            <pc:sldMk cId="2994191881" sldId="260"/>
            <ac:spMk id="53" creationId="{46E976FC-1DAB-9804-5671-39B24DFAE012}"/>
          </ac:spMkLst>
        </pc:spChg>
        <pc:spChg chg="add mod ord">
          <ac:chgData name="Claudia  Offner" userId="37b5ffd7-1d25-4f77-866b-96976fed6612" providerId="ADAL" clId="{2819ACDB-D8BE-43D9-AFAF-3B4D17C9955B}" dt="2024-04-25T14:59:03.047" v="1343" actId="164"/>
          <ac:spMkLst>
            <pc:docMk/>
            <pc:sldMk cId="2994191881" sldId="260"/>
            <ac:spMk id="54" creationId="{609B10FD-E59A-16D2-BE77-01318BA934DD}"/>
          </ac:spMkLst>
        </pc:spChg>
        <pc:spChg chg="add del mod">
          <ac:chgData name="Claudia  Offner" userId="37b5ffd7-1d25-4f77-866b-96976fed6612" providerId="ADAL" clId="{2819ACDB-D8BE-43D9-AFAF-3B4D17C9955B}" dt="2024-04-25T13:43:17.869" v="228" actId="478"/>
          <ac:spMkLst>
            <pc:docMk/>
            <pc:sldMk cId="2994191881" sldId="260"/>
            <ac:spMk id="55" creationId="{593F16B9-B940-8E47-43C8-5B37B70CBC60}"/>
          </ac:spMkLst>
        </pc:spChg>
        <pc:spChg chg="add del mod">
          <ac:chgData name="Claudia  Offner" userId="37b5ffd7-1d25-4f77-866b-96976fed6612" providerId="ADAL" clId="{2819ACDB-D8BE-43D9-AFAF-3B4D17C9955B}" dt="2024-04-25T13:46:08.032" v="252" actId="478"/>
          <ac:spMkLst>
            <pc:docMk/>
            <pc:sldMk cId="2994191881" sldId="260"/>
            <ac:spMk id="62" creationId="{009CFC7E-7B08-0217-8636-BE89C1A9AFA3}"/>
          </ac:spMkLst>
        </pc:spChg>
        <pc:spChg chg="add del">
          <ac:chgData name="Claudia  Offner" userId="37b5ffd7-1d25-4f77-866b-96976fed6612" providerId="ADAL" clId="{2819ACDB-D8BE-43D9-AFAF-3B4D17C9955B}" dt="2024-04-25T13:46:24.212" v="254" actId="478"/>
          <ac:spMkLst>
            <pc:docMk/>
            <pc:sldMk cId="2994191881" sldId="260"/>
            <ac:spMk id="63" creationId="{D25BE0D8-E21A-7460-834D-92FDAD4F65CC}"/>
          </ac:spMkLst>
        </pc:spChg>
        <pc:spChg chg="add mod">
          <ac:chgData name="Claudia  Offner" userId="37b5ffd7-1d25-4f77-866b-96976fed6612" providerId="ADAL" clId="{2819ACDB-D8BE-43D9-AFAF-3B4D17C9955B}" dt="2024-04-25T14:59:03.047" v="1343" actId="164"/>
          <ac:spMkLst>
            <pc:docMk/>
            <pc:sldMk cId="2994191881" sldId="260"/>
            <ac:spMk id="64" creationId="{D82A40BE-C583-EC41-3C07-8F4A74CDCC58}"/>
          </ac:spMkLst>
        </pc:spChg>
        <pc:spChg chg="add mod topLvl">
          <ac:chgData name="Claudia  Offner" userId="37b5ffd7-1d25-4f77-866b-96976fed6612" providerId="ADAL" clId="{2819ACDB-D8BE-43D9-AFAF-3B4D17C9955B}" dt="2024-04-26T09:26:01.615" v="2302" actId="165"/>
          <ac:spMkLst>
            <pc:docMk/>
            <pc:sldMk cId="2994191881" sldId="260"/>
            <ac:spMk id="65" creationId="{B8DA1E8B-1724-FCCA-6DD2-75B8B8FCD96C}"/>
          </ac:spMkLst>
        </pc:spChg>
        <pc:spChg chg="add mod topLvl">
          <ac:chgData name="Claudia  Offner" userId="37b5ffd7-1d25-4f77-866b-96976fed6612" providerId="ADAL" clId="{2819ACDB-D8BE-43D9-AFAF-3B4D17C9955B}" dt="2024-04-26T09:26:01.615" v="2302" actId="165"/>
          <ac:spMkLst>
            <pc:docMk/>
            <pc:sldMk cId="2994191881" sldId="260"/>
            <ac:spMk id="66" creationId="{8AF1B835-D2BF-CDFD-9839-4E1A4E7B94FC}"/>
          </ac:spMkLst>
        </pc:spChg>
        <pc:spChg chg="add mod topLvl">
          <ac:chgData name="Claudia  Offner" userId="37b5ffd7-1d25-4f77-866b-96976fed6612" providerId="ADAL" clId="{2819ACDB-D8BE-43D9-AFAF-3B4D17C9955B}" dt="2024-04-26T09:26:01.615" v="2302" actId="165"/>
          <ac:spMkLst>
            <pc:docMk/>
            <pc:sldMk cId="2994191881" sldId="260"/>
            <ac:spMk id="67" creationId="{100B36B0-207E-61D3-0182-53D0012B7017}"/>
          </ac:spMkLst>
        </pc:spChg>
        <pc:spChg chg="add mod topLvl">
          <ac:chgData name="Claudia  Offner" userId="37b5ffd7-1d25-4f77-866b-96976fed6612" providerId="ADAL" clId="{2819ACDB-D8BE-43D9-AFAF-3B4D17C9955B}" dt="2024-04-26T09:29:19.612" v="2330" actId="20577"/>
          <ac:spMkLst>
            <pc:docMk/>
            <pc:sldMk cId="2994191881" sldId="260"/>
            <ac:spMk id="68" creationId="{502BDDFA-BF2F-5A9C-3E71-A2BC3044B2DD}"/>
          </ac:spMkLst>
        </pc:spChg>
        <pc:spChg chg="add mod topLvl">
          <ac:chgData name="Claudia  Offner" userId="37b5ffd7-1d25-4f77-866b-96976fed6612" providerId="ADAL" clId="{2819ACDB-D8BE-43D9-AFAF-3B4D17C9955B}" dt="2024-04-26T09:29:21.926" v="2332" actId="20577"/>
          <ac:spMkLst>
            <pc:docMk/>
            <pc:sldMk cId="2994191881" sldId="260"/>
            <ac:spMk id="69" creationId="{BD3F2815-6D25-1066-8AEB-1A38021C5311}"/>
          </ac:spMkLst>
        </pc:spChg>
        <pc:spChg chg="add mod topLvl">
          <ac:chgData name="Claudia  Offner" userId="37b5ffd7-1d25-4f77-866b-96976fed6612" providerId="ADAL" clId="{2819ACDB-D8BE-43D9-AFAF-3B4D17C9955B}" dt="2024-04-26T09:27:50.523" v="2313" actId="20577"/>
          <ac:spMkLst>
            <pc:docMk/>
            <pc:sldMk cId="2994191881" sldId="260"/>
            <ac:spMk id="70" creationId="{279E1B3A-17B6-19F8-855E-B4C72BF86981}"/>
          </ac:spMkLst>
        </pc:spChg>
        <pc:spChg chg="add mod topLvl">
          <ac:chgData name="Claudia  Offner" userId="37b5ffd7-1d25-4f77-866b-96976fed6612" providerId="ADAL" clId="{2819ACDB-D8BE-43D9-AFAF-3B4D17C9955B}" dt="2024-04-26T09:27:52.715" v="2315" actId="20577"/>
          <ac:spMkLst>
            <pc:docMk/>
            <pc:sldMk cId="2994191881" sldId="260"/>
            <ac:spMk id="71" creationId="{11B45AB4-062E-DF46-0BF8-FDE39EA028E5}"/>
          </ac:spMkLst>
        </pc:spChg>
        <pc:spChg chg="add mod topLvl">
          <ac:chgData name="Claudia  Offner" userId="37b5ffd7-1d25-4f77-866b-96976fed6612" providerId="ADAL" clId="{2819ACDB-D8BE-43D9-AFAF-3B4D17C9955B}" dt="2024-04-26T09:27:59.108" v="2319" actId="20577"/>
          <ac:spMkLst>
            <pc:docMk/>
            <pc:sldMk cId="2994191881" sldId="260"/>
            <ac:spMk id="72" creationId="{C10B330F-223D-DB08-3B2A-E5595988B35D}"/>
          </ac:spMkLst>
        </pc:spChg>
        <pc:spChg chg="add mod topLvl">
          <ac:chgData name="Claudia  Offner" userId="37b5ffd7-1d25-4f77-866b-96976fed6612" providerId="ADAL" clId="{2819ACDB-D8BE-43D9-AFAF-3B4D17C9955B}" dt="2024-04-26T09:27:55.213" v="2317" actId="20577"/>
          <ac:spMkLst>
            <pc:docMk/>
            <pc:sldMk cId="2994191881" sldId="260"/>
            <ac:spMk id="73" creationId="{A172AE8A-772A-805B-D5D5-F31C767ECFAB}"/>
          </ac:spMkLst>
        </pc:spChg>
        <pc:spChg chg="add del mod">
          <ac:chgData name="Claudia  Offner" userId="37b5ffd7-1d25-4f77-866b-96976fed6612" providerId="ADAL" clId="{2819ACDB-D8BE-43D9-AFAF-3B4D17C9955B}" dt="2024-04-25T13:58:24.433" v="532" actId="478"/>
          <ac:spMkLst>
            <pc:docMk/>
            <pc:sldMk cId="2994191881" sldId="260"/>
            <ac:spMk id="75" creationId="{8623A0F7-6A13-C14F-CCD9-A674498509BF}"/>
          </ac:spMkLst>
        </pc:spChg>
        <pc:spChg chg="add mod">
          <ac:chgData name="Claudia  Offner" userId="37b5ffd7-1d25-4f77-866b-96976fed6612" providerId="ADAL" clId="{2819ACDB-D8BE-43D9-AFAF-3B4D17C9955B}" dt="2024-04-26T09:46:06.598" v="3756" actId="6549"/>
          <ac:spMkLst>
            <pc:docMk/>
            <pc:sldMk cId="2994191881" sldId="260"/>
            <ac:spMk id="76" creationId="{43911C45-4923-B951-F45F-7D18B11C58FB}"/>
          </ac:spMkLst>
        </pc:spChg>
        <pc:spChg chg="add mod">
          <ac:chgData name="Claudia  Offner" userId="37b5ffd7-1d25-4f77-866b-96976fed6612" providerId="ADAL" clId="{2819ACDB-D8BE-43D9-AFAF-3B4D17C9955B}" dt="2024-04-25T14:49:49.822" v="979" actId="164"/>
          <ac:spMkLst>
            <pc:docMk/>
            <pc:sldMk cId="2994191881" sldId="260"/>
            <ac:spMk id="77" creationId="{C7C0D2EE-46B5-AC69-8C73-F1B7F75DD144}"/>
          </ac:spMkLst>
        </pc:spChg>
        <pc:spChg chg="add mod">
          <ac:chgData name="Claudia  Offner" userId="37b5ffd7-1d25-4f77-866b-96976fed6612" providerId="ADAL" clId="{2819ACDB-D8BE-43D9-AFAF-3B4D17C9955B}" dt="2024-04-25T14:49:49.822" v="979" actId="164"/>
          <ac:spMkLst>
            <pc:docMk/>
            <pc:sldMk cId="2994191881" sldId="260"/>
            <ac:spMk id="78" creationId="{D8E950AB-5ECD-21CB-A006-2B20A797C459}"/>
          </ac:spMkLst>
        </pc:spChg>
        <pc:spChg chg="add del mod">
          <ac:chgData name="Claudia  Offner" userId="37b5ffd7-1d25-4f77-866b-96976fed6612" providerId="ADAL" clId="{2819ACDB-D8BE-43D9-AFAF-3B4D17C9955B}" dt="2024-04-25T14:10:04.042" v="663" actId="478"/>
          <ac:spMkLst>
            <pc:docMk/>
            <pc:sldMk cId="2994191881" sldId="260"/>
            <ac:spMk id="79" creationId="{9D6FB20E-7E85-BD60-5BB3-D9E281EF7D7F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80" creationId="{FE10FF4F-1167-BA7F-CE12-8E3EE9FA3D7F}"/>
          </ac:spMkLst>
        </pc:spChg>
        <pc:spChg chg="add del mod topLvl">
          <ac:chgData name="Claudia  Offner" userId="37b5ffd7-1d25-4f77-866b-96976fed6612" providerId="ADAL" clId="{2819ACDB-D8BE-43D9-AFAF-3B4D17C9955B}" dt="2024-04-25T15:44:56.277" v="1903" actId="478"/>
          <ac:spMkLst>
            <pc:docMk/>
            <pc:sldMk cId="2994191881" sldId="260"/>
            <ac:spMk id="81" creationId="{6C755562-E7E7-0D13-BB2B-A53481141908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82" creationId="{8BF20BD2-5817-BB06-E32B-625B64D0869E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83" creationId="{286B2F96-8369-18D0-E23C-A4B3A69C471D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84" creationId="{912673FF-93D8-6D2E-B163-04DA14D23DE6}"/>
          </ac:spMkLst>
        </pc:spChg>
        <pc:spChg chg="add del mod">
          <ac:chgData name="Claudia  Offner" userId="37b5ffd7-1d25-4f77-866b-96976fed6612" providerId="ADAL" clId="{2819ACDB-D8BE-43D9-AFAF-3B4D17C9955B}" dt="2024-04-25T14:15:22.985" v="723" actId="478"/>
          <ac:spMkLst>
            <pc:docMk/>
            <pc:sldMk cId="2994191881" sldId="260"/>
            <ac:spMk id="85" creationId="{43C60485-DE4A-449C-A89E-A084DF59657F}"/>
          </ac:spMkLst>
        </pc:spChg>
        <pc:spChg chg="add del mod">
          <ac:chgData name="Claudia  Offner" userId="37b5ffd7-1d25-4f77-866b-96976fed6612" providerId="ADAL" clId="{2819ACDB-D8BE-43D9-AFAF-3B4D17C9955B}" dt="2024-04-25T14:13:42.203" v="697" actId="478"/>
          <ac:spMkLst>
            <pc:docMk/>
            <pc:sldMk cId="2994191881" sldId="260"/>
            <ac:spMk id="86" creationId="{B7701311-5D1B-75DB-932B-3D09C4326DD6}"/>
          </ac:spMkLst>
        </pc:spChg>
        <pc:spChg chg="add del mod">
          <ac:chgData name="Claudia  Offner" userId="37b5ffd7-1d25-4f77-866b-96976fed6612" providerId="ADAL" clId="{2819ACDB-D8BE-43D9-AFAF-3B4D17C9955B}" dt="2024-04-25T14:18:56.189" v="753" actId="478"/>
          <ac:spMkLst>
            <pc:docMk/>
            <pc:sldMk cId="2994191881" sldId="260"/>
            <ac:spMk id="87" creationId="{F9122499-6D4F-19E4-B1BA-233C8A6AE006}"/>
          </ac:spMkLst>
        </pc:spChg>
        <pc:spChg chg="add del mod topLvl">
          <ac:chgData name="Claudia  Offner" userId="37b5ffd7-1d25-4f77-866b-96976fed6612" providerId="ADAL" clId="{2819ACDB-D8BE-43D9-AFAF-3B4D17C9955B}" dt="2024-04-25T14:23:00.540" v="778" actId="478"/>
          <ac:spMkLst>
            <pc:docMk/>
            <pc:sldMk cId="2994191881" sldId="260"/>
            <ac:spMk id="88" creationId="{43C60485-DE4A-449C-A89E-A084DF59657F}"/>
          </ac:spMkLst>
        </pc:spChg>
        <pc:spChg chg="add mod">
          <ac:chgData name="Claudia  Offner" userId="37b5ffd7-1d25-4f77-866b-96976fed6612" providerId="ADAL" clId="{2819ACDB-D8BE-43D9-AFAF-3B4D17C9955B}" dt="2024-04-25T14:18:34.927" v="751" actId="767"/>
          <ac:spMkLst>
            <pc:docMk/>
            <pc:sldMk cId="2994191881" sldId="260"/>
            <ac:spMk id="89" creationId="{6330BA25-7DC3-A74D-DA7F-93B2F7668C80}"/>
          </ac:spMkLst>
        </pc:spChg>
        <pc:spChg chg="add del mod topLvl">
          <ac:chgData name="Claudia  Offner" userId="37b5ffd7-1d25-4f77-866b-96976fed6612" providerId="ADAL" clId="{2819ACDB-D8BE-43D9-AFAF-3B4D17C9955B}" dt="2024-04-25T14:23:13.570" v="780" actId="478"/>
          <ac:spMkLst>
            <pc:docMk/>
            <pc:sldMk cId="2994191881" sldId="260"/>
            <ac:spMk id="90" creationId="{BF0756ED-C598-3A50-2360-F30E6712BF74}"/>
          </ac:spMkLst>
        </pc:spChg>
        <pc:spChg chg="add del mod">
          <ac:chgData name="Claudia  Offner" userId="37b5ffd7-1d25-4f77-866b-96976fed6612" providerId="ADAL" clId="{2819ACDB-D8BE-43D9-AFAF-3B4D17C9955B}" dt="2024-04-25T14:21:28.129" v="765" actId="478"/>
          <ac:spMkLst>
            <pc:docMk/>
            <pc:sldMk cId="2994191881" sldId="260"/>
            <ac:spMk id="93" creationId="{E52A5B5E-F464-4D17-990D-EA3A1A6D766F}"/>
          </ac:spMkLst>
        </pc:spChg>
        <pc:spChg chg="add del mod topLvl">
          <ac:chgData name="Claudia  Offner" userId="37b5ffd7-1d25-4f77-866b-96976fed6612" providerId="ADAL" clId="{2819ACDB-D8BE-43D9-AFAF-3B4D17C9955B}" dt="2024-04-25T15:44:17.076" v="1890" actId="478"/>
          <ac:spMkLst>
            <pc:docMk/>
            <pc:sldMk cId="2994191881" sldId="260"/>
            <ac:spMk id="94" creationId="{10173FEB-4E9D-EC3D-FDE8-E8BB1CA318FA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95" creationId="{81014576-D6E2-0374-6988-75AE2B78FF24}"/>
          </ac:spMkLst>
        </pc:spChg>
        <pc:spChg chg="add mo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97" creationId="{422418BD-69EF-D79A-8D86-75E565C0A6F0}"/>
          </ac:spMkLst>
        </pc:spChg>
        <pc:spChg chg="mod">
          <ac:chgData name="Claudia  Offner" userId="37b5ffd7-1d25-4f77-866b-96976fed6612" providerId="ADAL" clId="{2819ACDB-D8BE-43D9-AFAF-3B4D17C9955B}" dt="2024-04-25T14:25:39.071" v="794"/>
          <ac:spMkLst>
            <pc:docMk/>
            <pc:sldMk cId="2994191881" sldId="260"/>
            <ac:spMk id="99" creationId="{C104C917-676E-6C1D-13F5-A0A9ED61C806}"/>
          </ac:spMkLst>
        </pc:spChg>
        <pc:spChg chg="mod">
          <ac:chgData name="Claudia  Offner" userId="37b5ffd7-1d25-4f77-866b-96976fed6612" providerId="ADAL" clId="{2819ACDB-D8BE-43D9-AFAF-3B4D17C9955B}" dt="2024-04-25T14:25:39.071" v="794"/>
          <ac:spMkLst>
            <pc:docMk/>
            <pc:sldMk cId="2994191881" sldId="260"/>
            <ac:spMk id="100" creationId="{DDB77DBD-74C0-2DB1-AB5F-C08B0B49231A}"/>
          </ac:spMkLst>
        </pc:spChg>
        <pc:spChg chg="mod">
          <ac:chgData name="Claudia  Offner" userId="37b5ffd7-1d25-4f77-866b-96976fed6612" providerId="ADAL" clId="{2819ACDB-D8BE-43D9-AFAF-3B4D17C9955B}" dt="2024-04-25T14:25:39.071" v="794"/>
          <ac:spMkLst>
            <pc:docMk/>
            <pc:sldMk cId="2994191881" sldId="260"/>
            <ac:spMk id="101" creationId="{0219E151-0366-5AED-4F8C-9BB115DD4917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02" creationId="{655D3951-78B5-438F-ADC0-4EEA6A2573C4}"/>
          </ac:spMkLst>
        </pc:spChg>
        <pc:spChg chg="add mo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03" creationId="{C1F72ECA-6CFB-3F83-ECFB-4087420552DA}"/>
          </ac:spMkLst>
        </pc:spChg>
        <pc:spChg chg="add mo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04" creationId="{C459570F-23F9-ADB9-5BF7-30C71FC87D44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05" creationId="{A009ECFB-923A-7163-D105-AD138573C57D}"/>
          </ac:spMkLst>
        </pc:spChg>
        <pc:spChg chg="add del mod">
          <ac:chgData name="Claudia  Offner" userId="37b5ffd7-1d25-4f77-866b-96976fed6612" providerId="ADAL" clId="{2819ACDB-D8BE-43D9-AFAF-3B4D17C9955B}" dt="2024-04-25T14:30:33.254" v="825" actId="478"/>
          <ac:spMkLst>
            <pc:docMk/>
            <pc:sldMk cId="2994191881" sldId="260"/>
            <ac:spMk id="106" creationId="{E9FE8D6D-343A-9D56-CD8B-167E447C033E}"/>
          </ac:spMkLst>
        </pc:spChg>
        <pc:spChg chg="add del mod topLvl">
          <ac:chgData name="Claudia  Offner" userId="37b5ffd7-1d25-4f77-866b-96976fed6612" providerId="ADAL" clId="{2819ACDB-D8BE-43D9-AFAF-3B4D17C9955B}" dt="2024-04-25T15:42:52.065" v="1872" actId="478"/>
          <ac:spMkLst>
            <pc:docMk/>
            <pc:sldMk cId="2994191881" sldId="260"/>
            <ac:spMk id="107" creationId="{1EF7D490-4696-5D5C-BCF2-F9B372239207}"/>
          </ac:spMkLst>
        </pc:spChg>
        <pc:spChg chg="add del mod ord topLvl">
          <ac:chgData name="Claudia  Offner" userId="37b5ffd7-1d25-4f77-866b-96976fed6612" providerId="ADAL" clId="{2819ACDB-D8BE-43D9-AFAF-3B4D17C9955B}" dt="2024-04-25T15:43:37.765" v="1882" actId="478"/>
          <ac:spMkLst>
            <pc:docMk/>
            <pc:sldMk cId="2994191881" sldId="260"/>
            <ac:spMk id="108" creationId="{4D30D34A-E0E6-1432-08D8-2D300DEF6640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09" creationId="{D77164AE-E655-CB1B-978B-548F11FF54EE}"/>
          </ac:spMkLst>
        </pc:spChg>
        <pc:spChg chg="add mod topLvl">
          <ac:chgData name="Claudia  Offner" userId="37b5ffd7-1d25-4f77-866b-96976fed6612" providerId="ADAL" clId="{2819ACDB-D8BE-43D9-AFAF-3B4D17C9955B}" dt="2024-04-26T09:29:13.097" v="2328" actId="14100"/>
          <ac:spMkLst>
            <pc:docMk/>
            <pc:sldMk cId="2994191881" sldId="260"/>
            <ac:spMk id="112" creationId="{0049998F-9A30-298F-4CF5-439675A54C93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13" creationId="{1E0E6684-3E97-E156-1C64-8F931CDD835E}"/>
          </ac:spMkLst>
        </pc:spChg>
        <pc:spChg chg="add del mod">
          <ac:chgData name="Claudia  Offner" userId="37b5ffd7-1d25-4f77-866b-96976fed6612" providerId="ADAL" clId="{2819ACDB-D8BE-43D9-AFAF-3B4D17C9955B}" dt="2024-04-25T14:37:37.167" v="877" actId="478"/>
          <ac:spMkLst>
            <pc:docMk/>
            <pc:sldMk cId="2994191881" sldId="260"/>
            <ac:spMk id="114" creationId="{DFAF96F3-3057-B29E-D9E9-3C503692C452}"/>
          </ac:spMkLst>
        </pc:spChg>
        <pc:spChg chg="add del mod ord topLvl">
          <ac:chgData name="Claudia  Offner" userId="37b5ffd7-1d25-4f77-866b-96976fed6612" providerId="ADAL" clId="{2819ACDB-D8BE-43D9-AFAF-3B4D17C9955B}" dt="2024-04-25T15:50:29.479" v="1974" actId="478"/>
          <ac:spMkLst>
            <pc:docMk/>
            <pc:sldMk cId="2994191881" sldId="260"/>
            <ac:spMk id="115" creationId="{40DFDFFA-7727-EC5E-809C-1BFDD226944C}"/>
          </ac:spMkLst>
        </pc:spChg>
        <pc:spChg chg="add mo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16" creationId="{61374015-36D4-F5A6-3264-B825BE066AF0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17" creationId="{22413FA0-B554-8F72-D2CA-352A535BCBF7}"/>
          </ac:spMkLst>
        </pc:spChg>
        <pc:spChg chg="add mo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18" creationId="{285F4CCA-F772-D788-D2DB-4758D6795FC4}"/>
          </ac:spMkLst>
        </pc:spChg>
        <pc:spChg chg="add mod ord topLvl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19" creationId="{DC3BE96D-2827-5FE5-D1F9-9E3B99F504C2}"/>
          </ac:spMkLst>
        </pc:spChg>
        <pc:spChg chg="mod topLvl">
          <ac:chgData name="Claudia  Offner" userId="37b5ffd7-1d25-4f77-866b-96976fed6612" providerId="ADAL" clId="{2819ACDB-D8BE-43D9-AFAF-3B4D17C9955B}" dt="2024-04-26T09:27:19.499" v="2309" actId="164"/>
          <ac:spMkLst>
            <pc:docMk/>
            <pc:sldMk cId="2994191881" sldId="260"/>
            <ac:spMk id="122" creationId="{0AE5F6D2-0DEC-2969-2C49-41A12C8D8302}"/>
          </ac:spMkLst>
        </pc:spChg>
        <pc:spChg chg="mod ord topLvl">
          <ac:chgData name="Claudia  Offner" userId="37b5ffd7-1d25-4f77-866b-96976fed6612" providerId="ADAL" clId="{2819ACDB-D8BE-43D9-AFAF-3B4D17C9955B}" dt="2024-04-26T09:27:19.499" v="2309" actId="164"/>
          <ac:spMkLst>
            <pc:docMk/>
            <pc:sldMk cId="2994191881" sldId="260"/>
            <ac:spMk id="123" creationId="{228C2985-5F3B-7E27-CB27-364CE59414DF}"/>
          </ac:spMkLst>
        </pc:spChg>
        <pc:spChg chg="mod topLvl">
          <ac:chgData name="Claudia  Offner" userId="37b5ffd7-1d25-4f77-866b-96976fed6612" providerId="ADAL" clId="{2819ACDB-D8BE-43D9-AFAF-3B4D17C9955B}" dt="2024-04-26T09:29:07.368" v="2327" actId="14100"/>
          <ac:spMkLst>
            <pc:docMk/>
            <pc:sldMk cId="2994191881" sldId="260"/>
            <ac:spMk id="124" creationId="{46023455-408E-C4AD-68E5-92930D2A0BC0}"/>
          </ac:spMkLst>
        </pc:spChg>
        <pc:spChg chg="mod ord topLvl">
          <ac:chgData name="Claudia  Offner" userId="37b5ffd7-1d25-4f77-866b-96976fed6612" providerId="ADAL" clId="{2819ACDB-D8BE-43D9-AFAF-3B4D17C9955B}" dt="2024-04-26T09:27:19.499" v="2309" actId="164"/>
          <ac:spMkLst>
            <pc:docMk/>
            <pc:sldMk cId="2994191881" sldId="260"/>
            <ac:spMk id="125" creationId="{C8C6C238-8579-0CA2-CF18-1CAFA5B9E998}"/>
          </ac:spMkLst>
        </pc:spChg>
        <pc:spChg chg="add mod topLvl">
          <ac:chgData name="Claudia  Offner" userId="37b5ffd7-1d25-4f77-866b-96976fed6612" providerId="ADAL" clId="{2819ACDB-D8BE-43D9-AFAF-3B4D17C9955B}" dt="2024-04-26T09:27:15.750" v="2308" actId="164"/>
          <ac:spMkLst>
            <pc:docMk/>
            <pc:sldMk cId="2994191881" sldId="260"/>
            <ac:spMk id="126" creationId="{7F3FD315-A157-7BC3-0F19-05F1F7F02DE1}"/>
          </ac:spMkLst>
        </pc:spChg>
        <pc:spChg chg="add mod topLvl">
          <ac:chgData name="Claudia  Offner" userId="37b5ffd7-1d25-4f77-866b-96976fed6612" providerId="ADAL" clId="{2819ACDB-D8BE-43D9-AFAF-3B4D17C9955B}" dt="2024-04-26T09:28:55.212" v="2325" actId="14100"/>
          <ac:spMkLst>
            <pc:docMk/>
            <pc:sldMk cId="2994191881" sldId="260"/>
            <ac:spMk id="127" creationId="{76EEA527-9A6C-100C-68D4-A675AC3E924E}"/>
          </ac:spMkLst>
        </pc:spChg>
        <pc:spChg chg="add mod topLvl">
          <ac:chgData name="Claudia  Offner" userId="37b5ffd7-1d25-4f77-866b-96976fed6612" providerId="ADAL" clId="{2819ACDB-D8BE-43D9-AFAF-3B4D17C9955B}" dt="2024-04-26T09:27:15.750" v="2308" actId="164"/>
          <ac:spMkLst>
            <pc:docMk/>
            <pc:sldMk cId="2994191881" sldId="260"/>
            <ac:spMk id="128" creationId="{A48FC8C0-3E40-EB3D-7386-6FBABF61B314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33" creationId="{94D70F99-17D6-D611-0101-CD07AAA02B34}"/>
          </ac:spMkLst>
        </pc:spChg>
        <pc:spChg chg="add del mod">
          <ac:chgData name="Claudia  Offner" userId="37b5ffd7-1d25-4f77-866b-96976fed6612" providerId="ADAL" clId="{2819ACDB-D8BE-43D9-AFAF-3B4D17C9955B}" dt="2024-04-25T16:03:29.247" v="2199" actId="478"/>
          <ac:spMkLst>
            <pc:docMk/>
            <pc:sldMk cId="2994191881" sldId="260"/>
            <ac:spMk id="134" creationId="{166C39F5-B7BF-3E14-96DB-FDF59687DEB1}"/>
          </ac:spMkLst>
        </pc:spChg>
        <pc:spChg chg="add mod topLvl">
          <ac:chgData name="Claudia  Offner" userId="37b5ffd7-1d25-4f77-866b-96976fed6612" providerId="ADAL" clId="{2819ACDB-D8BE-43D9-AFAF-3B4D17C9955B}" dt="2024-04-25T16:06:47.278" v="2227" actId="1076"/>
          <ac:spMkLst>
            <pc:docMk/>
            <pc:sldMk cId="2994191881" sldId="260"/>
            <ac:spMk id="135" creationId="{C13B4A57-A5F3-0515-D2D4-C1DA57EB3D0B}"/>
          </ac:spMkLst>
        </pc:spChg>
        <pc:spChg chg="add del mod">
          <ac:chgData name="Claudia  Offner" userId="37b5ffd7-1d25-4f77-866b-96976fed6612" providerId="ADAL" clId="{2819ACDB-D8BE-43D9-AFAF-3B4D17C9955B}" dt="2024-04-25T15:34:10.492" v="1755" actId="478"/>
          <ac:spMkLst>
            <pc:docMk/>
            <pc:sldMk cId="2994191881" sldId="260"/>
            <ac:spMk id="136" creationId="{17834B57-D79E-A951-D0AF-442D071B2870}"/>
          </ac:spMkLst>
        </pc:spChg>
        <pc:spChg chg="mod">
          <ac:chgData name="Claudia  Offner" userId="37b5ffd7-1d25-4f77-866b-96976fed6612" providerId="ADAL" clId="{2819ACDB-D8BE-43D9-AFAF-3B4D17C9955B}" dt="2024-04-25T15:21:09.342" v="1491" actId="571"/>
          <ac:spMkLst>
            <pc:docMk/>
            <pc:sldMk cId="2994191881" sldId="260"/>
            <ac:spMk id="138" creationId="{F6AD8D4E-5263-8D9C-E254-80DA321F725C}"/>
          </ac:spMkLst>
        </pc:spChg>
        <pc:spChg chg="mod">
          <ac:chgData name="Claudia  Offner" userId="37b5ffd7-1d25-4f77-866b-96976fed6612" providerId="ADAL" clId="{2819ACDB-D8BE-43D9-AFAF-3B4D17C9955B}" dt="2024-04-25T15:21:09.342" v="1491" actId="571"/>
          <ac:spMkLst>
            <pc:docMk/>
            <pc:sldMk cId="2994191881" sldId="260"/>
            <ac:spMk id="139" creationId="{BA397C48-A32F-F84C-08B2-79AB7A297984}"/>
          </ac:spMkLst>
        </pc:spChg>
        <pc:spChg chg="mod">
          <ac:chgData name="Claudia  Offner" userId="37b5ffd7-1d25-4f77-866b-96976fed6612" providerId="ADAL" clId="{2819ACDB-D8BE-43D9-AFAF-3B4D17C9955B}" dt="2024-04-25T15:21:20.790" v="1496"/>
          <ac:spMkLst>
            <pc:docMk/>
            <pc:sldMk cId="2994191881" sldId="260"/>
            <ac:spMk id="141" creationId="{933C3391-5FBB-1F92-03EA-D4473C43C829}"/>
          </ac:spMkLst>
        </pc:spChg>
        <pc:spChg chg="mod">
          <ac:chgData name="Claudia  Offner" userId="37b5ffd7-1d25-4f77-866b-96976fed6612" providerId="ADAL" clId="{2819ACDB-D8BE-43D9-AFAF-3B4D17C9955B}" dt="2024-04-25T15:21:20.790" v="1496"/>
          <ac:spMkLst>
            <pc:docMk/>
            <pc:sldMk cId="2994191881" sldId="260"/>
            <ac:spMk id="142" creationId="{AE4D403C-2B4B-32EC-69BB-E1BDF1DCB30E}"/>
          </ac:spMkLst>
        </pc:spChg>
        <pc:spChg chg="add del mod topLvl">
          <ac:chgData name="Claudia  Offner" userId="37b5ffd7-1d25-4f77-866b-96976fed6612" providerId="ADAL" clId="{2819ACDB-D8BE-43D9-AFAF-3B4D17C9955B}" dt="2024-04-26T09:28:39.699" v="2323" actId="14100"/>
          <ac:spMkLst>
            <pc:docMk/>
            <pc:sldMk cId="2994191881" sldId="260"/>
            <ac:spMk id="143" creationId="{D33860BF-30D6-AAEB-DB0B-50D5444C84DD}"/>
          </ac:spMkLst>
        </pc:spChg>
        <pc:spChg chg="add mod ord topLvl">
          <ac:chgData name="Claudia  Offner" userId="37b5ffd7-1d25-4f77-866b-96976fed6612" providerId="ADAL" clId="{2819ACDB-D8BE-43D9-AFAF-3B4D17C9955B}" dt="2024-04-26T09:45:10.383" v="3738" actId="207"/>
          <ac:spMkLst>
            <pc:docMk/>
            <pc:sldMk cId="2994191881" sldId="260"/>
            <ac:spMk id="144" creationId="{3DC33FCE-720F-13C0-E973-8BAAD291C8DA}"/>
          </ac:spMkLst>
        </pc:spChg>
        <pc:spChg chg="mod">
          <ac:chgData name="Claudia  Offner" userId="37b5ffd7-1d25-4f77-866b-96976fed6612" providerId="ADAL" clId="{2819ACDB-D8BE-43D9-AFAF-3B4D17C9955B}" dt="2024-04-25T15:25:10.053" v="1637"/>
          <ac:spMkLst>
            <pc:docMk/>
            <pc:sldMk cId="2994191881" sldId="260"/>
            <ac:spMk id="146" creationId="{F3BFFFBD-441A-356B-C9B1-CAE12CCB4846}"/>
          </ac:spMkLst>
        </pc:spChg>
        <pc:spChg chg="mod">
          <ac:chgData name="Claudia  Offner" userId="37b5ffd7-1d25-4f77-866b-96976fed6612" providerId="ADAL" clId="{2819ACDB-D8BE-43D9-AFAF-3B4D17C9955B}" dt="2024-04-25T15:25:10.053" v="1637"/>
          <ac:spMkLst>
            <pc:docMk/>
            <pc:sldMk cId="2994191881" sldId="260"/>
            <ac:spMk id="147" creationId="{6CDC3B7F-7F09-8048-2D44-3E93CDA4B638}"/>
          </ac:spMkLst>
        </pc:spChg>
        <pc:spChg chg="add del mod">
          <ac:chgData name="Claudia  Offner" userId="37b5ffd7-1d25-4f77-866b-96976fed6612" providerId="ADAL" clId="{2819ACDB-D8BE-43D9-AFAF-3B4D17C9955B}" dt="2024-04-25T15:27:42.441" v="1666" actId="478"/>
          <ac:spMkLst>
            <pc:docMk/>
            <pc:sldMk cId="2994191881" sldId="260"/>
            <ac:spMk id="148" creationId="{FC0CE178-5F00-59DA-F0F0-FAE72340C092}"/>
          </ac:spMkLst>
        </pc:spChg>
        <pc:spChg chg="add del mod">
          <ac:chgData name="Claudia  Offner" userId="37b5ffd7-1d25-4f77-866b-96976fed6612" providerId="ADAL" clId="{2819ACDB-D8BE-43D9-AFAF-3B4D17C9955B}" dt="2024-04-25T15:27:44.046" v="1667" actId="478"/>
          <ac:spMkLst>
            <pc:docMk/>
            <pc:sldMk cId="2994191881" sldId="260"/>
            <ac:spMk id="149" creationId="{2F9DD108-4DD2-1036-AEB0-0CE60F4D5E38}"/>
          </ac:spMkLst>
        </pc:spChg>
        <pc:spChg chg="add del mod ord topLvl">
          <ac:chgData name="Claudia  Offner" userId="37b5ffd7-1d25-4f77-866b-96976fed6612" providerId="ADAL" clId="{2819ACDB-D8BE-43D9-AFAF-3B4D17C9955B}" dt="2024-04-26T09:45:42.775" v="3755" actId="207"/>
          <ac:spMkLst>
            <pc:docMk/>
            <pc:sldMk cId="2994191881" sldId="260"/>
            <ac:spMk id="150" creationId="{30611F54-7AA1-1F82-4606-0382C788CEF7}"/>
          </ac:spMkLst>
        </pc:spChg>
        <pc:spChg chg="add del mod">
          <ac:chgData name="Claudia  Offner" userId="37b5ffd7-1d25-4f77-866b-96976fed6612" providerId="ADAL" clId="{2819ACDB-D8BE-43D9-AFAF-3B4D17C9955B}" dt="2024-04-25T15:31:30.962" v="1733" actId="478"/>
          <ac:spMkLst>
            <pc:docMk/>
            <pc:sldMk cId="2994191881" sldId="260"/>
            <ac:spMk id="152" creationId="{83B2E6C3-2806-78EB-04CC-7DB15E384416}"/>
          </ac:spMkLst>
        </pc:spChg>
        <pc:spChg chg="add mod">
          <ac:chgData name="Claudia  Offner" userId="37b5ffd7-1d25-4f77-866b-96976fed6612" providerId="ADAL" clId="{2819ACDB-D8BE-43D9-AFAF-3B4D17C9955B}" dt="2024-04-25T15:32:28.616" v="1739" actId="1076"/>
          <ac:spMkLst>
            <pc:docMk/>
            <pc:sldMk cId="2994191881" sldId="260"/>
            <ac:spMk id="153" creationId="{DD4B51E7-797D-F298-23B8-21A7684C10C9}"/>
          </ac:spMkLst>
        </pc:spChg>
        <pc:spChg chg="add mod topLvl">
          <ac:chgData name="Claudia  Offner" userId="37b5ffd7-1d25-4f77-866b-96976fed6612" providerId="ADAL" clId="{2819ACDB-D8BE-43D9-AFAF-3B4D17C9955B}" dt="2024-04-25T16:08:34.148" v="2240" actId="1076"/>
          <ac:spMkLst>
            <pc:docMk/>
            <pc:sldMk cId="2994191881" sldId="260"/>
            <ac:spMk id="154" creationId="{7AEB676A-491A-6D6C-A711-1878D198BD7E}"/>
          </ac:spMkLst>
        </pc:spChg>
        <pc:spChg chg="add mod topLvl">
          <ac:chgData name="Claudia  Offner" userId="37b5ffd7-1d25-4f77-866b-96976fed6612" providerId="ADAL" clId="{2819ACDB-D8BE-43D9-AFAF-3B4D17C9955B}" dt="2024-04-25T16:06:36.035" v="2225" actId="165"/>
          <ac:spMkLst>
            <pc:docMk/>
            <pc:sldMk cId="2994191881" sldId="260"/>
            <ac:spMk id="155" creationId="{9718C38F-CA88-8E59-1036-29ACF4E64C5F}"/>
          </ac:spMkLst>
        </pc:spChg>
        <pc:spChg chg="add mod">
          <ac:chgData name="Claudia  Offner" userId="37b5ffd7-1d25-4f77-866b-96976fed6612" providerId="ADAL" clId="{2819ACDB-D8BE-43D9-AFAF-3B4D17C9955B}" dt="2024-04-25T15:55:14.584" v="2053" actId="164"/>
          <ac:spMkLst>
            <pc:docMk/>
            <pc:sldMk cId="2994191881" sldId="260"/>
            <ac:spMk id="157" creationId="{32F2F20B-1019-6901-B9C1-4DD61EB7BE78}"/>
          </ac:spMkLst>
        </pc:spChg>
        <pc:spChg chg="add del mod">
          <ac:chgData name="Claudia  Offner" userId="37b5ffd7-1d25-4f77-866b-96976fed6612" providerId="ADAL" clId="{2819ACDB-D8BE-43D9-AFAF-3B4D17C9955B}" dt="2024-04-25T15:41:31.765" v="1856" actId="478"/>
          <ac:spMkLst>
            <pc:docMk/>
            <pc:sldMk cId="2994191881" sldId="260"/>
            <ac:spMk id="162" creationId="{9290CAC2-05E7-B786-F6FB-01E5A1822487}"/>
          </ac:spMkLst>
        </pc:spChg>
        <pc:spChg chg="add mod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64" creationId="{A7EA7B81-B80B-DD87-C79A-152531F83440}"/>
          </ac:spMkLst>
        </pc:spChg>
        <pc:spChg chg="add mod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65" creationId="{B3EF2919-0ACC-8052-04CC-1CD2CE29979A}"/>
          </ac:spMkLst>
        </pc:spChg>
        <pc:spChg chg="add mod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67" creationId="{8420F672-CAF1-57DA-72CE-E415939DDA59}"/>
          </ac:spMkLst>
        </pc:spChg>
        <pc:spChg chg="add mod">
          <ac:chgData name="Claudia  Offner" userId="37b5ffd7-1d25-4f77-866b-96976fed6612" providerId="ADAL" clId="{2819ACDB-D8BE-43D9-AFAF-3B4D17C9955B}" dt="2024-04-26T09:25:44.152" v="2297" actId="165"/>
          <ac:spMkLst>
            <pc:docMk/>
            <pc:sldMk cId="2994191881" sldId="260"/>
            <ac:spMk id="168" creationId="{15C2B211-054C-D12B-C9A4-864C6604FF17}"/>
          </ac:spMkLst>
        </pc:spChg>
        <pc:spChg chg="add mod">
          <ac:chgData name="Claudia  Offner" userId="37b5ffd7-1d25-4f77-866b-96976fed6612" providerId="ADAL" clId="{2819ACDB-D8BE-43D9-AFAF-3B4D17C9955B}" dt="2024-04-25T15:50:22.448" v="1971"/>
          <ac:spMkLst>
            <pc:docMk/>
            <pc:sldMk cId="2994191881" sldId="260"/>
            <ac:spMk id="174" creationId="{EED41D21-6DAE-45AE-1940-1521AAA178CE}"/>
          </ac:spMkLst>
        </pc:spChg>
        <pc:spChg chg="add mod">
          <ac:chgData name="Claudia  Offner" userId="37b5ffd7-1d25-4f77-866b-96976fed6612" providerId="ADAL" clId="{2819ACDB-D8BE-43D9-AFAF-3B4D17C9955B}" dt="2024-04-26T09:28:33.627" v="2322" actId="14100"/>
          <ac:spMkLst>
            <pc:docMk/>
            <pc:sldMk cId="2994191881" sldId="260"/>
            <ac:spMk id="175" creationId="{8DED0EE4-EA5A-1038-8D30-89E363F3AE46}"/>
          </ac:spMkLst>
        </pc:spChg>
        <pc:spChg chg="add mod">
          <ac:chgData name="Claudia  Offner" userId="37b5ffd7-1d25-4f77-866b-96976fed6612" providerId="ADAL" clId="{2819ACDB-D8BE-43D9-AFAF-3B4D17C9955B}" dt="2024-04-25T15:55:14.584" v="2053" actId="164"/>
          <ac:spMkLst>
            <pc:docMk/>
            <pc:sldMk cId="2994191881" sldId="260"/>
            <ac:spMk id="179" creationId="{1CA3897D-473B-0B08-E742-29FCE19451D6}"/>
          </ac:spMkLst>
        </pc:spChg>
        <pc:spChg chg="add mod">
          <ac:chgData name="Claudia  Offner" userId="37b5ffd7-1d25-4f77-866b-96976fed6612" providerId="ADAL" clId="{2819ACDB-D8BE-43D9-AFAF-3B4D17C9955B}" dt="2024-04-25T15:56:02.588" v="2081" actId="164"/>
          <ac:spMkLst>
            <pc:docMk/>
            <pc:sldMk cId="2994191881" sldId="260"/>
            <ac:spMk id="180" creationId="{899CC724-A60F-D148-0A24-0E90B4090B47}"/>
          </ac:spMkLst>
        </pc:spChg>
        <pc:spChg chg="add mod">
          <ac:chgData name="Claudia  Offner" userId="37b5ffd7-1d25-4f77-866b-96976fed6612" providerId="ADAL" clId="{2819ACDB-D8BE-43D9-AFAF-3B4D17C9955B}" dt="2024-04-25T15:56:02.588" v="2081" actId="164"/>
          <ac:spMkLst>
            <pc:docMk/>
            <pc:sldMk cId="2994191881" sldId="260"/>
            <ac:spMk id="181" creationId="{1AEE0E37-C9F4-1D4E-A181-EF464D17B22C}"/>
          </ac:spMkLst>
        </pc:spChg>
        <pc:spChg chg="add mod">
          <ac:chgData name="Claudia  Offner" userId="37b5ffd7-1d25-4f77-866b-96976fed6612" providerId="ADAL" clId="{2819ACDB-D8BE-43D9-AFAF-3B4D17C9955B}" dt="2024-04-25T15:56:02.588" v="2081" actId="164"/>
          <ac:spMkLst>
            <pc:docMk/>
            <pc:sldMk cId="2994191881" sldId="260"/>
            <ac:spMk id="182" creationId="{E705E6AE-414D-BA7B-C30F-CC64CB7AAE29}"/>
          </ac:spMkLst>
        </pc:spChg>
        <pc:spChg chg="add mod">
          <ac:chgData name="Claudia  Offner" userId="37b5ffd7-1d25-4f77-866b-96976fed6612" providerId="ADAL" clId="{2819ACDB-D8BE-43D9-AFAF-3B4D17C9955B}" dt="2024-04-25T15:56:19.340" v="2083" actId="1076"/>
          <ac:spMkLst>
            <pc:docMk/>
            <pc:sldMk cId="2994191881" sldId="260"/>
            <ac:spMk id="183" creationId="{620F355F-53CB-5B6A-9383-62FDA9BCA706}"/>
          </ac:spMkLst>
        </pc:spChg>
        <pc:spChg chg="add mod">
          <ac:chgData name="Claudia  Offner" userId="37b5ffd7-1d25-4f77-866b-96976fed6612" providerId="ADAL" clId="{2819ACDB-D8BE-43D9-AFAF-3B4D17C9955B}" dt="2024-04-25T16:00:29.484" v="2132" actId="20577"/>
          <ac:spMkLst>
            <pc:docMk/>
            <pc:sldMk cId="2994191881" sldId="260"/>
            <ac:spMk id="184" creationId="{DCF696E4-F7EF-672D-782E-CB924EEF6CCA}"/>
          </ac:spMkLst>
        </pc:spChg>
        <pc:spChg chg="add mod">
          <ac:chgData name="Claudia  Offner" userId="37b5ffd7-1d25-4f77-866b-96976fed6612" providerId="ADAL" clId="{2819ACDB-D8BE-43D9-AFAF-3B4D17C9955B}" dt="2024-04-25T16:00:35.034" v="2139" actId="20577"/>
          <ac:spMkLst>
            <pc:docMk/>
            <pc:sldMk cId="2994191881" sldId="260"/>
            <ac:spMk id="185" creationId="{689DB724-7153-5F1E-4C2A-15304FA8C78B}"/>
          </ac:spMkLst>
        </pc:spChg>
        <pc:spChg chg="add mod">
          <ac:chgData name="Claudia  Offner" userId="37b5ffd7-1d25-4f77-866b-96976fed6612" providerId="ADAL" clId="{2819ACDB-D8BE-43D9-AFAF-3B4D17C9955B}" dt="2024-04-25T15:56:02.588" v="2081" actId="164"/>
          <ac:spMkLst>
            <pc:docMk/>
            <pc:sldMk cId="2994191881" sldId="260"/>
            <ac:spMk id="187" creationId="{743BC55E-B24C-06FD-445F-C9B233429214}"/>
          </ac:spMkLst>
        </pc:spChg>
        <pc:spChg chg="add mod">
          <ac:chgData name="Claudia  Offner" userId="37b5ffd7-1d25-4f77-866b-96976fed6612" providerId="ADAL" clId="{2819ACDB-D8BE-43D9-AFAF-3B4D17C9955B}" dt="2024-04-25T15:56:02.588" v="2081" actId="164"/>
          <ac:spMkLst>
            <pc:docMk/>
            <pc:sldMk cId="2994191881" sldId="260"/>
            <ac:spMk id="188" creationId="{0B7C41F1-DA7A-B5D1-0197-1355896596A5}"/>
          </ac:spMkLst>
        </pc:spChg>
        <pc:spChg chg="add mod">
          <ac:chgData name="Claudia  Offner" userId="37b5ffd7-1d25-4f77-866b-96976fed6612" providerId="ADAL" clId="{2819ACDB-D8BE-43D9-AFAF-3B4D17C9955B}" dt="2024-04-25T15:56:02.588" v="2081" actId="164"/>
          <ac:spMkLst>
            <pc:docMk/>
            <pc:sldMk cId="2994191881" sldId="260"/>
            <ac:spMk id="189" creationId="{71143C7C-0ECF-25EE-53DE-A9DF69FC1030}"/>
          </ac:spMkLst>
        </pc:spChg>
        <pc:spChg chg="add mod">
          <ac:chgData name="Claudia  Offner" userId="37b5ffd7-1d25-4f77-866b-96976fed6612" providerId="ADAL" clId="{2819ACDB-D8BE-43D9-AFAF-3B4D17C9955B}" dt="2024-04-25T16:04:52.371" v="2212" actId="164"/>
          <ac:spMkLst>
            <pc:docMk/>
            <pc:sldMk cId="2994191881" sldId="260"/>
            <ac:spMk id="193" creationId="{78662E5F-8501-6CAA-9CF7-9F9F7B0DE735}"/>
          </ac:spMkLst>
        </pc:spChg>
        <pc:spChg chg="add mod">
          <ac:chgData name="Claudia  Offner" userId="37b5ffd7-1d25-4f77-866b-96976fed6612" providerId="ADAL" clId="{2819ACDB-D8BE-43D9-AFAF-3B4D17C9955B}" dt="2024-04-25T16:02:24.115" v="2190" actId="164"/>
          <ac:spMkLst>
            <pc:docMk/>
            <pc:sldMk cId="2994191881" sldId="260"/>
            <ac:spMk id="203" creationId="{00DA58B1-78D2-E567-6820-DD13F1325F9F}"/>
          </ac:spMkLst>
        </pc:spChg>
        <pc:spChg chg="add mod">
          <ac:chgData name="Claudia  Offner" userId="37b5ffd7-1d25-4f77-866b-96976fed6612" providerId="ADAL" clId="{2819ACDB-D8BE-43D9-AFAF-3B4D17C9955B}" dt="2024-04-25T16:04:52.371" v="2212" actId="164"/>
          <ac:spMkLst>
            <pc:docMk/>
            <pc:sldMk cId="2994191881" sldId="260"/>
            <ac:spMk id="204" creationId="{33C911A8-B720-B233-DCDE-FD97FFA459A0}"/>
          </ac:spMkLst>
        </pc:spChg>
        <pc:spChg chg="add mod">
          <ac:chgData name="Claudia  Offner" userId="37b5ffd7-1d25-4f77-866b-96976fed6612" providerId="ADAL" clId="{2819ACDB-D8BE-43D9-AFAF-3B4D17C9955B}" dt="2024-04-25T16:05:29.456" v="2220" actId="1076"/>
          <ac:spMkLst>
            <pc:docMk/>
            <pc:sldMk cId="2994191881" sldId="260"/>
            <ac:spMk id="205" creationId="{D1254E64-798F-F5CD-D68A-DA7B511F5B27}"/>
          </ac:spMkLst>
        </pc:spChg>
        <pc:spChg chg="add mod">
          <ac:chgData name="Claudia  Offner" userId="37b5ffd7-1d25-4f77-866b-96976fed6612" providerId="ADAL" clId="{2819ACDB-D8BE-43D9-AFAF-3B4D17C9955B}" dt="2024-04-25T16:02:54.929" v="2196" actId="1076"/>
          <ac:spMkLst>
            <pc:docMk/>
            <pc:sldMk cId="2994191881" sldId="260"/>
            <ac:spMk id="206" creationId="{EEBDD943-C6A0-165F-2A46-E43B82AE742A}"/>
          </ac:spMkLst>
        </pc:spChg>
        <pc:spChg chg="add mod">
          <ac:chgData name="Claudia  Offner" userId="37b5ffd7-1d25-4f77-866b-96976fed6612" providerId="ADAL" clId="{2819ACDB-D8BE-43D9-AFAF-3B4D17C9955B}" dt="2024-04-25T16:02:46.616" v="2194" actId="164"/>
          <ac:spMkLst>
            <pc:docMk/>
            <pc:sldMk cId="2994191881" sldId="260"/>
            <ac:spMk id="207" creationId="{A7759044-EE10-70FD-6A88-342798F4E09D}"/>
          </ac:spMkLst>
        </pc:spChg>
        <pc:spChg chg="add mod">
          <ac:chgData name="Claudia  Offner" userId="37b5ffd7-1d25-4f77-866b-96976fed6612" providerId="ADAL" clId="{2819ACDB-D8BE-43D9-AFAF-3B4D17C9955B}" dt="2024-04-25T16:02:46.616" v="2194" actId="164"/>
          <ac:spMkLst>
            <pc:docMk/>
            <pc:sldMk cId="2994191881" sldId="260"/>
            <ac:spMk id="208" creationId="{5CB83D2F-ABC9-3A67-5224-BE70C661BA1A}"/>
          </ac:spMkLst>
        </pc:spChg>
        <pc:spChg chg="add mod">
          <ac:chgData name="Claudia  Offner" userId="37b5ffd7-1d25-4f77-866b-96976fed6612" providerId="ADAL" clId="{2819ACDB-D8BE-43D9-AFAF-3B4D17C9955B}" dt="2024-04-25T16:07:18.918" v="2231" actId="571"/>
          <ac:spMkLst>
            <pc:docMk/>
            <pc:sldMk cId="2994191881" sldId="260"/>
            <ac:spMk id="213" creationId="{54DD8F8C-882D-8B3F-96AC-96F430CB7224}"/>
          </ac:spMkLst>
        </pc:spChg>
        <pc:spChg chg="add mod">
          <ac:chgData name="Claudia  Offner" userId="37b5ffd7-1d25-4f77-866b-96976fed6612" providerId="ADAL" clId="{2819ACDB-D8BE-43D9-AFAF-3B4D17C9955B}" dt="2024-04-25T16:07:18.918" v="2231" actId="571"/>
          <ac:spMkLst>
            <pc:docMk/>
            <pc:sldMk cId="2994191881" sldId="260"/>
            <ac:spMk id="214" creationId="{EEAE74EF-BF3F-7460-E7ED-311444337D03}"/>
          </ac:spMkLst>
        </pc:spChg>
        <pc:spChg chg="add mod">
          <ac:chgData name="Claudia  Offner" userId="37b5ffd7-1d25-4f77-866b-96976fed6612" providerId="ADAL" clId="{2819ACDB-D8BE-43D9-AFAF-3B4D17C9955B}" dt="2024-04-25T16:07:18.918" v="2231" actId="571"/>
          <ac:spMkLst>
            <pc:docMk/>
            <pc:sldMk cId="2994191881" sldId="260"/>
            <ac:spMk id="215" creationId="{57352B1F-58B3-261E-0832-C3262F4FAE03}"/>
          </ac:spMkLst>
        </pc:spChg>
        <pc:spChg chg="add mod">
          <ac:chgData name="Claudia  Offner" userId="37b5ffd7-1d25-4f77-866b-96976fed6612" providerId="ADAL" clId="{2819ACDB-D8BE-43D9-AFAF-3B4D17C9955B}" dt="2024-04-25T16:07:18.918" v="2231" actId="571"/>
          <ac:spMkLst>
            <pc:docMk/>
            <pc:sldMk cId="2994191881" sldId="260"/>
            <ac:spMk id="216" creationId="{A0932395-2484-390A-BCDC-71043777903A}"/>
          </ac:spMkLst>
        </pc:spChg>
        <pc:spChg chg="add mod">
          <ac:chgData name="Claudia  Offner" userId="37b5ffd7-1d25-4f77-866b-96976fed6612" providerId="ADAL" clId="{2819ACDB-D8BE-43D9-AFAF-3B4D17C9955B}" dt="2024-04-25T16:07:18.918" v="2231" actId="571"/>
          <ac:spMkLst>
            <pc:docMk/>
            <pc:sldMk cId="2994191881" sldId="260"/>
            <ac:spMk id="217" creationId="{8B738133-D7DE-EFE6-260E-F5F5FF0CB138}"/>
          </ac:spMkLst>
        </pc:spChg>
        <pc:spChg chg="add mod">
          <ac:chgData name="Claudia  Offner" userId="37b5ffd7-1d25-4f77-866b-96976fed6612" providerId="ADAL" clId="{2819ACDB-D8BE-43D9-AFAF-3B4D17C9955B}" dt="2024-04-25T16:07:18.918" v="2231" actId="571"/>
          <ac:spMkLst>
            <pc:docMk/>
            <pc:sldMk cId="2994191881" sldId="260"/>
            <ac:spMk id="218" creationId="{B80B4AED-57C1-EFDA-2EE4-ED25CD4AB916}"/>
          </ac:spMkLst>
        </pc:spChg>
        <pc:spChg chg="del mod topLvl">
          <ac:chgData name="Claudia  Offner" userId="37b5ffd7-1d25-4f77-866b-96976fed6612" providerId="ADAL" clId="{2819ACDB-D8BE-43D9-AFAF-3B4D17C9955B}" dt="2024-04-25T16:11:15.859" v="2265" actId="478"/>
          <ac:spMkLst>
            <pc:docMk/>
            <pc:sldMk cId="2994191881" sldId="260"/>
            <ac:spMk id="220" creationId="{35857E5B-42C8-F82F-C6EC-8855A8819F76}"/>
          </ac:spMkLst>
        </pc:spChg>
        <pc:spChg chg="del mod topLvl">
          <ac:chgData name="Claudia  Offner" userId="37b5ffd7-1d25-4f77-866b-96976fed6612" providerId="ADAL" clId="{2819ACDB-D8BE-43D9-AFAF-3B4D17C9955B}" dt="2024-04-25T16:13:13.436" v="2283" actId="478"/>
          <ac:spMkLst>
            <pc:docMk/>
            <pc:sldMk cId="2994191881" sldId="260"/>
            <ac:spMk id="221" creationId="{D46EF14C-DE99-FEFC-132E-64E9760CEEE8}"/>
          </ac:spMkLst>
        </pc:spChg>
        <pc:grpChg chg="add mod topLvl">
          <ac:chgData name="Claudia  Offner" userId="37b5ffd7-1d25-4f77-866b-96976fed6612" providerId="ADAL" clId="{2819ACDB-D8BE-43D9-AFAF-3B4D17C9955B}" dt="2024-04-25T16:08:47.028" v="2243" actId="14100"/>
          <ac:grpSpMkLst>
            <pc:docMk/>
            <pc:sldMk cId="2994191881" sldId="260"/>
            <ac:grpSpMk id="8" creationId="{ED7C042B-B7D8-8758-17E7-4B91FF17C982}"/>
          </ac:grpSpMkLst>
        </pc:grpChg>
        <pc:grpChg chg="add del mod ord topLvl">
          <ac:chgData name="Claudia  Offner" userId="37b5ffd7-1d25-4f77-866b-96976fed6612" providerId="ADAL" clId="{2819ACDB-D8BE-43D9-AFAF-3B4D17C9955B}" dt="2024-04-26T09:25:49.792" v="2299" actId="1076"/>
          <ac:grpSpMkLst>
            <pc:docMk/>
            <pc:sldMk cId="2994191881" sldId="260"/>
            <ac:grpSpMk id="21" creationId="{5A09C97D-F048-7619-B2B7-5A7D72948A70}"/>
          </ac:grpSpMkLst>
        </pc:grpChg>
        <pc:grpChg chg="add mod">
          <ac:chgData name="Claudia  Offner" userId="37b5ffd7-1d25-4f77-866b-96976fed6612" providerId="ADAL" clId="{2819ACDB-D8BE-43D9-AFAF-3B4D17C9955B}" dt="2024-04-26T09:27:32.434" v="2310" actId="1076"/>
          <ac:grpSpMkLst>
            <pc:docMk/>
            <pc:sldMk cId="2994191881" sldId="260"/>
            <ac:grpSpMk id="22" creationId="{D49FFA2E-7F3E-3085-6DAA-676B2257F837}"/>
          </ac:grpSpMkLst>
        </pc:grpChg>
        <pc:grpChg chg="add mod">
          <ac:chgData name="Claudia  Offner" userId="37b5ffd7-1d25-4f77-866b-96976fed6612" providerId="ADAL" clId="{2819ACDB-D8BE-43D9-AFAF-3B4D17C9955B}" dt="2024-04-26T09:28:52.222" v="2324" actId="14100"/>
          <ac:grpSpMkLst>
            <pc:docMk/>
            <pc:sldMk cId="2994191881" sldId="260"/>
            <ac:grpSpMk id="23" creationId="{F961F768-9E3C-9047-6522-05DBD8E313EE}"/>
          </ac:grpSpMkLst>
        </pc:grpChg>
        <pc:grpChg chg="add mod topLvl">
          <ac:chgData name="Claudia  Offner" userId="37b5ffd7-1d25-4f77-866b-96976fed6612" providerId="ADAL" clId="{2819ACDB-D8BE-43D9-AFAF-3B4D17C9955B}" dt="2024-04-25T16:08:01.330" v="2235" actId="1076"/>
          <ac:grpSpMkLst>
            <pc:docMk/>
            <pc:sldMk cId="2994191881" sldId="260"/>
            <ac:grpSpMk id="32" creationId="{7658F346-2F1D-747B-0E2D-E67782DD8AC6}"/>
          </ac:grpSpMkLst>
        </pc:grpChg>
        <pc:grpChg chg="add del mod ord topLvl">
          <ac:chgData name="Claudia  Offner" userId="37b5ffd7-1d25-4f77-866b-96976fed6612" providerId="ADAL" clId="{2819ACDB-D8BE-43D9-AFAF-3B4D17C9955B}" dt="2024-04-25T16:07:43.783" v="2232" actId="165"/>
          <ac:grpSpMkLst>
            <pc:docMk/>
            <pc:sldMk cId="2994191881" sldId="260"/>
            <ac:grpSpMk id="33" creationId="{E56C6A19-074F-FE40-4EF4-018FF8E5E585}"/>
          </ac:grpSpMkLst>
        </pc:grpChg>
        <pc:grpChg chg="add mod topLvl">
          <ac:chgData name="Claudia  Offner" userId="37b5ffd7-1d25-4f77-866b-96976fed6612" providerId="ADAL" clId="{2819ACDB-D8BE-43D9-AFAF-3B4D17C9955B}" dt="2024-04-25T16:06:36.035" v="2225" actId="165"/>
          <ac:grpSpMkLst>
            <pc:docMk/>
            <pc:sldMk cId="2994191881" sldId="260"/>
            <ac:grpSpMk id="49" creationId="{825C7743-2FEF-9624-900E-118FDC349444}"/>
          </ac:grpSpMkLst>
        </pc:grpChg>
        <pc:grpChg chg="add del mod topLvl">
          <ac:chgData name="Claudia  Offner" userId="37b5ffd7-1d25-4f77-866b-96976fed6612" providerId="ADAL" clId="{2819ACDB-D8BE-43D9-AFAF-3B4D17C9955B}" dt="2024-04-26T09:26:01.615" v="2302" actId="165"/>
          <ac:grpSpMkLst>
            <pc:docMk/>
            <pc:sldMk cId="2994191881" sldId="260"/>
            <ac:grpSpMk id="74" creationId="{28C864E5-6EB0-C586-BC03-ACA70DE85088}"/>
          </ac:grpSpMkLst>
        </pc:grpChg>
        <pc:grpChg chg="add del mod">
          <ac:chgData name="Claudia  Offner" userId="37b5ffd7-1d25-4f77-866b-96976fed6612" providerId="ADAL" clId="{2819ACDB-D8BE-43D9-AFAF-3B4D17C9955B}" dt="2024-04-25T14:22:59.152" v="777" actId="165"/>
          <ac:grpSpMkLst>
            <pc:docMk/>
            <pc:sldMk cId="2994191881" sldId="260"/>
            <ac:grpSpMk id="91" creationId="{15A55593-C141-3A01-9BAA-D9D388650CE9}"/>
          </ac:grpSpMkLst>
        </pc:grpChg>
        <pc:grpChg chg="add del mod">
          <ac:chgData name="Claudia  Offner" userId="37b5ffd7-1d25-4f77-866b-96976fed6612" providerId="ADAL" clId="{2819ACDB-D8BE-43D9-AFAF-3B4D17C9955B}" dt="2024-04-25T15:28:27.900" v="1676" actId="165"/>
          <ac:grpSpMkLst>
            <pc:docMk/>
            <pc:sldMk cId="2994191881" sldId="260"/>
            <ac:grpSpMk id="92" creationId="{B9BB4FAB-ADFB-F09A-5CD0-3684B5533061}"/>
          </ac:grpSpMkLst>
        </pc:grpChg>
        <pc:grpChg chg="add del mod">
          <ac:chgData name="Claudia  Offner" userId="37b5ffd7-1d25-4f77-866b-96976fed6612" providerId="ADAL" clId="{2819ACDB-D8BE-43D9-AFAF-3B4D17C9955B}" dt="2024-04-25T15:28:42.950" v="1677" actId="165"/>
          <ac:grpSpMkLst>
            <pc:docMk/>
            <pc:sldMk cId="2994191881" sldId="260"/>
            <ac:grpSpMk id="96" creationId="{ED01B2AD-1443-5FE5-29AE-E9F483A9AAA7}"/>
          </ac:grpSpMkLst>
        </pc:grpChg>
        <pc:grpChg chg="add mod">
          <ac:chgData name="Claudia  Offner" userId="37b5ffd7-1d25-4f77-866b-96976fed6612" providerId="ADAL" clId="{2819ACDB-D8BE-43D9-AFAF-3B4D17C9955B}" dt="2024-04-25T14:25:43.520" v="796" actId="1076"/>
          <ac:grpSpMkLst>
            <pc:docMk/>
            <pc:sldMk cId="2994191881" sldId="260"/>
            <ac:grpSpMk id="98" creationId="{48C3B7C2-A5E5-77D0-2016-E55FBD161624}"/>
          </ac:grpSpMkLst>
        </pc:grpChg>
        <pc:grpChg chg="add del mod">
          <ac:chgData name="Claudia  Offner" userId="37b5ffd7-1d25-4f77-866b-96976fed6612" providerId="ADAL" clId="{2819ACDB-D8BE-43D9-AFAF-3B4D17C9955B}" dt="2024-04-25T15:28:47.836" v="1678" actId="165"/>
          <ac:grpSpMkLst>
            <pc:docMk/>
            <pc:sldMk cId="2994191881" sldId="260"/>
            <ac:grpSpMk id="110" creationId="{5FC7BCF5-709B-CABA-698D-E81AB9CC0BCF}"/>
          </ac:grpSpMkLst>
        </pc:grpChg>
        <pc:grpChg chg="add del mod">
          <ac:chgData name="Claudia  Offner" userId="37b5ffd7-1d25-4f77-866b-96976fed6612" providerId="ADAL" clId="{2819ACDB-D8BE-43D9-AFAF-3B4D17C9955B}" dt="2024-04-25T15:28:52.226" v="1679" actId="165"/>
          <ac:grpSpMkLst>
            <pc:docMk/>
            <pc:sldMk cId="2994191881" sldId="260"/>
            <ac:grpSpMk id="111" creationId="{408EB68D-2115-3AD5-FAB9-28F5136FF80F}"/>
          </ac:grpSpMkLst>
        </pc:grpChg>
        <pc:grpChg chg="add del mod topLvl">
          <ac:chgData name="Claudia  Offner" userId="37b5ffd7-1d25-4f77-866b-96976fed6612" providerId="ADAL" clId="{2819ACDB-D8BE-43D9-AFAF-3B4D17C9955B}" dt="2024-04-25T15:29:15.280" v="1684" actId="165"/>
          <ac:grpSpMkLst>
            <pc:docMk/>
            <pc:sldMk cId="2994191881" sldId="260"/>
            <ac:grpSpMk id="120" creationId="{FC5FC0FF-470D-201C-1726-EA4DED2B01CC}"/>
          </ac:grpSpMkLst>
        </pc:grpChg>
        <pc:grpChg chg="add del mod topLvl">
          <ac:chgData name="Claudia  Offner" userId="37b5ffd7-1d25-4f77-866b-96976fed6612" providerId="ADAL" clId="{2819ACDB-D8BE-43D9-AFAF-3B4D17C9955B}" dt="2024-04-25T15:29:15.280" v="1684" actId="165"/>
          <ac:grpSpMkLst>
            <pc:docMk/>
            <pc:sldMk cId="2994191881" sldId="260"/>
            <ac:grpSpMk id="121" creationId="{E619C14C-DEA9-78A3-FA57-47583F9FDB50}"/>
          </ac:grpSpMkLst>
        </pc:grpChg>
        <pc:grpChg chg="add del mod topLvl">
          <ac:chgData name="Claudia  Offner" userId="37b5ffd7-1d25-4f77-866b-96976fed6612" providerId="ADAL" clId="{2819ACDB-D8BE-43D9-AFAF-3B4D17C9955B}" dt="2024-04-25T15:29:15.280" v="1684" actId="165"/>
          <ac:grpSpMkLst>
            <pc:docMk/>
            <pc:sldMk cId="2994191881" sldId="260"/>
            <ac:grpSpMk id="129" creationId="{2E62C05A-CDEE-04AF-BCBF-8187B0B08D20}"/>
          </ac:grpSpMkLst>
        </pc:grpChg>
        <pc:grpChg chg="add del mod">
          <ac:chgData name="Claudia  Offner" userId="37b5ffd7-1d25-4f77-866b-96976fed6612" providerId="ADAL" clId="{2819ACDB-D8BE-43D9-AFAF-3B4D17C9955B}" dt="2024-04-25T15:24:25.478" v="1632" actId="478"/>
          <ac:grpSpMkLst>
            <pc:docMk/>
            <pc:sldMk cId="2994191881" sldId="260"/>
            <ac:grpSpMk id="130" creationId="{B3B94682-8EC9-B8AB-D69F-A5722C58AE07}"/>
          </ac:grpSpMkLst>
        </pc:grpChg>
        <pc:grpChg chg="add del mod">
          <ac:chgData name="Claudia  Offner" userId="37b5ffd7-1d25-4f77-866b-96976fed6612" providerId="ADAL" clId="{2819ACDB-D8BE-43D9-AFAF-3B4D17C9955B}" dt="2024-04-25T15:28:52.226" v="1679" actId="165"/>
          <ac:grpSpMkLst>
            <pc:docMk/>
            <pc:sldMk cId="2994191881" sldId="260"/>
            <ac:grpSpMk id="131" creationId="{D0B515B2-0522-0A90-E107-89313D0D450E}"/>
          </ac:grpSpMkLst>
        </pc:grpChg>
        <pc:grpChg chg="add del mod">
          <ac:chgData name="Claudia  Offner" userId="37b5ffd7-1d25-4f77-866b-96976fed6612" providerId="ADAL" clId="{2819ACDB-D8BE-43D9-AFAF-3B4D17C9955B}" dt="2024-04-25T15:24:07.098" v="1627" actId="478"/>
          <ac:grpSpMkLst>
            <pc:docMk/>
            <pc:sldMk cId="2994191881" sldId="260"/>
            <ac:grpSpMk id="132" creationId="{A9403368-8B77-EEC5-5267-4C35CDF59241}"/>
          </ac:grpSpMkLst>
        </pc:grpChg>
        <pc:grpChg chg="add del mod">
          <ac:chgData name="Claudia  Offner" userId="37b5ffd7-1d25-4f77-866b-96976fed6612" providerId="ADAL" clId="{2819ACDB-D8BE-43D9-AFAF-3B4D17C9955B}" dt="2024-04-25T15:21:09.486" v="1492" actId="21"/>
          <ac:grpSpMkLst>
            <pc:docMk/>
            <pc:sldMk cId="2994191881" sldId="260"/>
            <ac:grpSpMk id="137" creationId="{9108A191-F6DB-3CCC-3C4D-273E3E6720B8}"/>
          </ac:grpSpMkLst>
        </pc:grpChg>
        <pc:grpChg chg="add mod">
          <ac:chgData name="Claudia  Offner" userId="37b5ffd7-1d25-4f77-866b-96976fed6612" providerId="ADAL" clId="{2819ACDB-D8BE-43D9-AFAF-3B4D17C9955B}" dt="2024-04-25T15:21:20.790" v="1496"/>
          <ac:grpSpMkLst>
            <pc:docMk/>
            <pc:sldMk cId="2994191881" sldId="260"/>
            <ac:grpSpMk id="140" creationId="{195DE51C-3DA5-FABA-C11F-4824FB32CE20}"/>
          </ac:grpSpMkLst>
        </pc:grpChg>
        <pc:grpChg chg="add del mod">
          <ac:chgData name="Claudia  Offner" userId="37b5ffd7-1d25-4f77-866b-96976fed6612" providerId="ADAL" clId="{2819ACDB-D8BE-43D9-AFAF-3B4D17C9955B}" dt="2024-04-25T15:27:17.769" v="1659" actId="478"/>
          <ac:grpSpMkLst>
            <pc:docMk/>
            <pc:sldMk cId="2994191881" sldId="260"/>
            <ac:grpSpMk id="145" creationId="{D2EBA103-3784-16AD-48CD-D2FE938BF85B}"/>
          </ac:grpSpMkLst>
        </pc:grpChg>
        <pc:grpChg chg="add del mod">
          <ac:chgData name="Claudia  Offner" userId="37b5ffd7-1d25-4f77-866b-96976fed6612" providerId="ADAL" clId="{2819ACDB-D8BE-43D9-AFAF-3B4D17C9955B}" dt="2024-04-25T15:29:05.085" v="1681" actId="165"/>
          <ac:grpSpMkLst>
            <pc:docMk/>
            <pc:sldMk cId="2994191881" sldId="260"/>
            <ac:grpSpMk id="151" creationId="{F585A571-72BF-6B95-32C8-222421FAFE3E}"/>
          </ac:grpSpMkLst>
        </pc:grpChg>
        <pc:grpChg chg="add del mod ord topLvl">
          <ac:chgData name="Claudia  Offner" userId="37b5ffd7-1d25-4f77-866b-96976fed6612" providerId="ADAL" clId="{2819ACDB-D8BE-43D9-AFAF-3B4D17C9955B}" dt="2024-04-25T16:06:36.035" v="2225" actId="165"/>
          <ac:grpSpMkLst>
            <pc:docMk/>
            <pc:sldMk cId="2994191881" sldId="260"/>
            <ac:grpSpMk id="156" creationId="{1C9D3960-C664-F6E9-032C-EA19F4B83936}"/>
          </ac:grpSpMkLst>
        </pc:grpChg>
        <pc:grpChg chg="add del mod">
          <ac:chgData name="Claudia  Offner" userId="37b5ffd7-1d25-4f77-866b-96976fed6612" providerId="ADAL" clId="{2819ACDB-D8BE-43D9-AFAF-3B4D17C9955B}" dt="2024-04-25T15:42:15.066" v="1861" actId="165"/>
          <ac:grpSpMkLst>
            <pc:docMk/>
            <pc:sldMk cId="2994191881" sldId="260"/>
            <ac:grpSpMk id="158" creationId="{8193F445-5275-0E4B-DE67-8E1361A45C66}"/>
          </ac:grpSpMkLst>
        </pc:grpChg>
        <pc:grpChg chg="add del mod">
          <ac:chgData name="Claudia  Offner" userId="37b5ffd7-1d25-4f77-866b-96976fed6612" providerId="ADAL" clId="{2819ACDB-D8BE-43D9-AFAF-3B4D17C9955B}" dt="2024-04-25T15:42:15.066" v="1861" actId="165"/>
          <ac:grpSpMkLst>
            <pc:docMk/>
            <pc:sldMk cId="2994191881" sldId="260"/>
            <ac:grpSpMk id="159" creationId="{A5B65520-05F2-22C5-C5EF-F057AAE1F094}"/>
          </ac:grpSpMkLst>
        </pc:grpChg>
        <pc:grpChg chg="add del mod">
          <ac:chgData name="Claudia  Offner" userId="37b5ffd7-1d25-4f77-866b-96976fed6612" providerId="ADAL" clId="{2819ACDB-D8BE-43D9-AFAF-3B4D17C9955B}" dt="2024-04-25T15:42:15.066" v="1861" actId="165"/>
          <ac:grpSpMkLst>
            <pc:docMk/>
            <pc:sldMk cId="2994191881" sldId="260"/>
            <ac:grpSpMk id="160" creationId="{45564E89-0608-F5D1-0306-E697EB5BD58B}"/>
          </ac:grpSpMkLst>
        </pc:grpChg>
        <pc:grpChg chg="add del mod">
          <ac:chgData name="Claudia  Offner" userId="37b5ffd7-1d25-4f77-866b-96976fed6612" providerId="ADAL" clId="{2819ACDB-D8BE-43D9-AFAF-3B4D17C9955B}" dt="2024-04-25T15:42:22.793" v="1862" actId="165"/>
          <ac:grpSpMkLst>
            <pc:docMk/>
            <pc:sldMk cId="2994191881" sldId="260"/>
            <ac:grpSpMk id="161" creationId="{B1B93389-D6BA-A922-1E64-2287FFB6119B}"/>
          </ac:grpSpMkLst>
        </pc:grpChg>
        <pc:grpChg chg="add mod">
          <ac:chgData name="Claudia  Offner" userId="37b5ffd7-1d25-4f77-866b-96976fed6612" providerId="ADAL" clId="{2819ACDB-D8BE-43D9-AFAF-3B4D17C9955B}" dt="2024-04-25T15:42:12.774" v="1860" actId="164"/>
          <ac:grpSpMkLst>
            <pc:docMk/>
            <pc:sldMk cId="2994191881" sldId="260"/>
            <ac:grpSpMk id="163" creationId="{18AD74D1-FFD9-83D2-01BC-CF68E4C9376F}"/>
          </ac:grpSpMkLst>
        </pc:grpChg>
        <pc:grpChg chg="add mod topLvl">
          <ac:chgData name="Claudia  Offner" userId="37b5ffd7-1d25-4f77-866b-96976fed6612" providerId="ADAL" clId="{2819ACDB-D8BE-43D9-AFAF-3B4D17C9955B}" dt="2024-04-26T09:28:11.444" v="2320" actId="1076"/>
          <ac:grpSpMkLst>
            <pc:docMk/>
            <pc:sldMk cId="2994191881" sldId="260"/>
            <ac:grpSpMk id="166" creationId="{7B0E8D71-CE33-735C-59FA-D9DA26E24818}"/>
          </ac:grpSpMkLst>
        </pc:grpChg>
        <pc:grpChg chg="add mod topLvl">
          <ac:chgData name="Claudia  Offner" userId="37b5ffd7-1d25-4f77-866b-96976fed6612" providerId="ADAL" clId="{2819ACDB-D8BE-43D9-AFAF-3B4D17C9955B}" dt="2024-04-26T09:25:44.152" v="2297" actId="165"/>
          <ac:grpSpMkLst>
            <pc:docMk/>
            <pc:sldMk cId="2994191881" sldId="260"/>
            <ac:grpSpMk id="169" creationId="{450B898A-EFCA-5BB5-BAE7-F68A65A4AF98}"/>
          </ac:grpSpMkLst>
        </pc:grpChg>
        <pc:grpChg chg="add mod topLvl">
          <ac:chgData name="Claudia  Offner" userId="37b5ffd7-1d25-4f77-866b-96976fed6612" providerId="ADAL" clId="{2819ACDB-D8BE-43D9-AFAF-3B4D17C9955B}" dt="2024-04-26T09:29:00.773" v="2326" actId="14100"/>
          <ac:grpSpMkLst>
            <pc:docMk/>
            <pc:sldMk cId="2994191881" sldId="260"/>
            <ac:grpSpMk id="170" creationId="{45B0D77E-A292-73B7-FBD0-6FFACC82E190}"/>
          </ac:grpSpMkLst>
        </pc:grpChg>
        <pc:grpChg chg="add mod topLvl">
          <ac:chgData name="Claudia  Offner" userId="37b5ffd7-1d25-4f77-866b-96976fed6612" providerId="ADAL" clId="{2819ACDB-D8BE-43D9-AFAF-3B4D17C9955B}" dt="2024-04-26T09:25:44.152" v="2297" actId="165"/>
          <ac:grpSpMkLst>
            <pc:docMk/>
            <pc:sldMk cId="2994191881" sldId="260"/>
            <ac:grpSpMk id="171" creationId="{2AC4CFA4-7AE5-E84B-A566-7D51ED0C4D86}"/>
          </ac:grpSpMkLst>
        </pc:grpChg>
        <pc:grpChg chg="add del mod topLvl">
          <ac:chgData name="Claudia  Offner" userId="37b5ffd7-1d25-4f77-866b-96976fed6612" providerId="ADAL" clId="{2819ACDB-D8BE-43D9-AFAF-3B4D17C9955B}" dt="2024-04-26T09:27:10.282" v="2307" actId="165"/>
          <ac:grpSpMkLst>
            <pc:docMk/>
            <pc:sldMk cId="2994191881" sldId="260"/>
            <ac:grpSpMk id="172" creationId="{65E62C24-4E66-3613-146C-CD5D9869174C}"/>
          </ac:grpSpMkLst>
        </pc:grpChg>
        <pc:grpChg chg="add mod topLvl">
          <ac:chgData name="Claudia  Offner" userId="37b5ffd7-1d25-4f77-866b-96976fed6612" providerId="ADAL" clId="{2819ACDB-D8BE-43D9-AFAF-3B4D17C9955B}" dt="2024-04-26T09:27:00.414" v="2306" actId="1076"/>
          <ac:grpSpMkLst>
            <pc:docMk/>
            <pc:sldMk cId="2994191881" sldId="260"/>
            <ac:grpSpMk id="173" creationId="{98D6EE0F-0A81-3C74-30A1-1C13D20C4B73}"/>
          </ac:grpSpMkLst>
        </pc:grpChg>
        <pc:grpChg chg="add mod topLvl">
          <ac:chgData name="Claudia  Offner" userId="37b5ffd7-1d25-4f77-866b-96976fed6612" providerId="ADAL" clId="{2819ACDB-D8BE-43D9-AFAF-3B4D17C9955B}" dt="2024-04-26T09:28:24.491" v="2321" actId="1076"/>
          <ac:grpSpMkLst>
            <pc:docMk/>
            <pc:sldMk cId="2994191881" sldId="260"/>
            <ac:grpSpMk id="176" creationId="{60B3DA67-673F-AE92-F2EE-EFBD0926BB08}"/>
          </ac:grpSpMkLst>
        </pc:grpChg>
        <pc:grpChg chg="add del mod ord topLvl">
          <ac:chgData name="Claudia  Offner" userId="37b5ffd7-1d25-4f77-866b-96976fed6612" providerId="ADAL" clId="{2819ACDB-D8BE-43D9-AFAF-3B4D17C9955B}" dt="2024-04-26T09:25:44.152" v="2297" actId="165"/>
          <ac:grpSpMkLst>
            <pc:docMk/>
            <pc:sldMk cId="2994191881" sldId="260"/>
            <ac:grpSpMk id="177" creationId="{500A663D-8F10-3824-3CD9-2CAA3FB3EC6F}"/>
          </ac:grpSpMkLst>
        </pc:grpChg>
        <pc:grpChg chg="add del mod">
          <ac:chgData name="Claudia  Offner" userId="37b5ffd7-1d25-4f77-866b-96976fed6612" providerId="ADAL" clId="{2819ACDB-D8BE-43D9-AFAF-3B4D17C9955B}" dt="2024-04-25T16:06:36.035" v="2225" actId="165"/>
          <ac:grpSpMkLst>
            <pc:docMk/>
            <pc:sldMk cId="2994191881" sldId="260"/>
            <ac:grpSpMk id="178" creationId="{616A24D6-49A6-4992-40BA-570D4B2BDBFE}"/>
          </ac:grpSpMkLst>
        </pc:grpChg>
        <pc:grpChg chg="add mod">
          <ac:chgData name="Claudia  Offner" userId="37b5ffd7-1d25-4f77-866b-96976fed6612" providerId="ADAL" clId="{2819ACDB-D8BE-43D9-AFAF-3B4D17C9955B}" dt="2024-04-25T15:56:19.340" v="2083" actId="1076"/>
          <ac:grpSpMkLst>
            <pc:docMk/>
            <pc:sldMk cId="2994191881" sldId="260"/>
            <ac:grpSpMk id="186" creationId="{E934DDA1-E7BB-CAFA-B505-73C577FD0627}"/>
          </ac:grpSpMkLst>
        </pc:grpChg>
        <pc:grpChg chg="add mod">
          <ac:chgData name="Claudia  Offner" userId="37b5ffd7-1d25-4f77-866b-96976fed6612" providerId="ADAL" clId="{2819ACDB-D8BE-43D9-AFAF-3B4D17C9955B}" dt="2024-04-26T09:00:00.701" v="2295" actId="1076"/>
          <ac:grpSpMkLst>
            <pc:docMk/>
            <pc:sldMk cId="2994191881" sldId="260"/>
            <ac:grpSpMk id="190" creationId="{BB093B04-70A8-A648-54E7-D00BA2B93780}"/>
          </ac:grpSpMkLst>
        </pc:grpChg>
        <pc:grpChg chg="add mod">
          <ac:chgData name="Claudia  Offner" userId="37b5ffd7-1d25-4f77-866b-96976fed6612" providerId="ADAL" clId="{2819ACDB-D8BE-43D9-AFAF-3B4D17C9955B}" dt="2024-04-25T16:02:46.616" v="2194" actId="164"/>
          <ac:grpSpMkLst>
            <pc:docMk/>
            <pc:sldMk cId="2994191881" sldId="260"/>
            <ac:grpSpMk id="209" creationId="{747209F2-2B8F-A2AE-204B-29659F3948E4}"/>
          </ac:grpSpMkLst>
        </pc:grpChg>
        <pc:grpChg chg="add mod">
          <ac:chgData name="Claudia  Offner" userId="37b5ffd7-1d25-4f77-866b-96976fed6612" providerId="ADAL" clId="{2819ACDB-D8BE-43D9-AFAF-3B4D17C9955B}" dt="2024-04-25T16:04:52.371" v="2212" actId="164"/>
          <ac:grpSpMkLst>
            <pc:docMk/>
            <pc:sldMk cId="2994191881" sldId="260"/>
            <ac:grpSpMk id="210" creationId="{3758DF18-F990-8C2D-3725-F4A6E0FDBC6D}"/>
          </ac:grpSpMkLst>
        </pc:grpChg>
        <pc:grpChg chg="add mod">
          <ac:chgData name="Claudia  Offner" userId="37b5ffd7-1d25-4f77-866b-96976fed6612" providerId="ADAL" clId="{2819ACDB-D8BE-43D9-AFAF-3B4D17C9955B}" dt="2024-04-25T16:05:02.830" v="2215" actId="1076"/>
          <ac:grpSpMkLst>
            <pc:docMk/>
            <pc:sldMk cId="2994191881" sldId="260"/>
            <ac:grpSpMk id="211" creationId="{B5E4A076-8B48-97CE-21E7-D626638EBECD}"/>
          </ac:grpSpMkLst>
        </pc:grpChg>
        <pc:grpChg chg="add del mod">
          <ac:chgData name="Claudia  Offner" userId="37b5ffd7-1d25-4f77-866b-96976fed6612" providerId="ADAL" clId="{2819ACDB-D8BE-43D9-AFAF-3B4D17C9955B}" dt="2024-04-25T16:11:15.859" v="2265" actId="478"/>
          <ac:grpSpMkLst>
            <pc:docMk/>
            <pc:sldMk cId="2994191881" sldId="260"/>
            <ac:grpSpMk id="219" creationId="{0B450ED3-E94E-E05A-3E47-762CFB60EAFD}"/>
          </ac:grpSpMkLst>
        </pc:grpChg>
        <pc:picChg chg="add del mod">
          <ac:chgData name="Claudia  Offner" userId="37b5ffd7-1d25-4f77-866b-96976fed6612" providerId="ADAL" clId="{2819ACDB-D8BE-43D9-AFAF-3B4D17C9955B}" dt="2024-04-26T09:00:18.422" v="2296" actId="478"/>
          <ac:picMkLst>
            <pc:docMk/>
            <pc:sldMk cId="2994191881" sldId="260"/>
            <ac:picMk id="3" creationId="{AF91E77C-F716-E353-6E92-97D76B2B79DC}"/>
          </ac:picMkLst>
        </pc:picChg>
        <pc:cxnChg chg="add del mod">
          <ac:chgData name="Claudia  Offner" userId="37b5ffd7-1d25-4f77-866b-96976fed6612" providerId="ADAL" clId="{2819ACDB-D8BE-43D9-AFAF-3B4D17C9955B}" dt="2024-04-25T13:44:30.861" v="241" actId="478"/>
          <ac:cxnSpMkLst>
            <pc:docMk/>
            <pc:sldMk cId="2994191881" sldId="260"/>
            <ac:cxnSpMk id="57" creationId="{786C5745-0BD7-A8E3-D9CA-97BED3A40CC7}"/>
          </ac:cxnSpMkLst>
        </pc:cxnChg>
        <pc:cxnChg chg="add del mod">
          <ac:chgData name="Claudia  Offner" userId="37b5ffd7-1d25-4f77-866b-96976fed6612" providerId="ADAL" clId="{2819ACDB-D8BE-43D9-AFAF-3B4D17C9955B}" dt="2024-04-25T13:44:33.652" v="243" actId="478"/>
          <ac:cxnSpMkLst>
            <pc:docMk/>
            <pc:sldMk cId="2994191881" sldId="260"/>
            <ac:cxnSpMk id="58" creationId="{1E43B88A-6149-D558-50C6-E0ACAEB3B38D}"/>
          </ac:cxnSpMkLst>
        </pc:cxnChg>
        <pc:cxnChg chg="add del mod">
          <ac:chgData name="Claudia  Offner" userId="37b5ffd7-1d25-4f77-866b-96976fed6612" providerId="ADAL" clId="{2819ACDB-D8BE-43D9-AFAF-3B4D17C9955B}" dt="2024-04-25T13:44:32.221" v="242" actId="478"/>
          <ac:cxnSpMkLst>
            <pc:docMk/>
            <pc:sldMk cId="2994191881" sldId="260"/>
            <ac:cxnSpMk id="59" creationId="{A5E0A135-98E3-B6FD-42FD-E5C2E65A4173}"/>
          </ac:cxnSpMkLst>
        </pc:cxnChg>
        <pc:cxnChg chg="add mod">
          <ac:chgData name="Claudia  Offner" userId="37b5ffd7-1d25-4f77-866b-96976fed6612" providerId="ADAL" clId="{2819ACDB-D8BE-43D9-AFAF-3B4D17C9955B}" dt="2024-04-26T08:59:05.598" v="2288" actId="14100"/>
          <ac:cxnSpMkLst>
            <pc:docMk/>
            <pc:sldMk cId="2994191881" sldId="260"/>
            <ac:cxnSpMk id="192" creationId="{800823D7-498A-C9E4-0694-5A98A3C80669}"/>
          </ac:cxnSpMkLst>
        </pc:cxnChg>
        <pc:cxnChg chg="add del">
          <ac:chgData name="Claudia  Offner" userId="37b5ffd7-1d25-4f77-866b-96976fed6612" providerId="ADAL" clId="{2819ACDB-D8BE-43D9-AFAF-3B4D17C9955B}" dt="2024-04-25T15:58:26.002" v="2105" actId="11529"/>
          <ac:cxnSpMkLst>
            <pc:docMk/>
            <pc:sldMk cId="2994191881" sldId="260"/>
            <ac:cxnSpMk id="195" creationId="{A3691621-17A8-ECE8-E945-4D0C7E7DAFBE}"/>
          </ac:cxnSpMkLst>
        </pc:cxnChg>
        <pc:cxnChg chg="add mod">
          <ac:chgData name="Claudia  Offner" userId="37b5ffd7-1d25-4f77-866b-96976fed6612" providerId="ADAL" clId="{2819ACDB-D8BE-43D9-AFAF-3B4D17C9955B}" dt="2024-04-25T16:02:24.115" v="2190" actId="164"/>
          <ac:cxnSpMkLst>
            <pc:docMk/>
            <pc:sldMk cId="2994191881" sldId="260"/>
            <ac:cxnSpMk id="197" creationId="{2CEBE016-E94F-841A-A7DD-3ABF3F662843}"/>
          </ac:cxnSpMkLst>
        </pc:cxnChg>
        <pc:cxnChg chg="add mod">
          <ac:chgData name="Claudia  Offner" userId="37b5ffd7-1d25-4f77-866b-96976fed6612" providerId="ADAL" clId="{2819ACDB-D8BE-43D9-AFAF-3B4D17C9955B}" dt="2024-04-25T16:06:06.016" v="2224" actId="14100"/>
          <ac:cxnSpMkLst>
            <pc:docMk/>
            <pc:sldMk cId="2994191881" sldId="260"/>
            <ac:cxnSpMk id="201" creationId="{4AF237BD-D427-70EF-76D5-A75D95261A74}"/>
          </ac:cxnSpMkLst>
        </pc:cxnChg>
      </pc:sldChg>
      <pc:sldChg chg="addSp delSp modSp new add del mod">
        <pc:chgData name="Claudia  Offner" userId="37b5ffd7-1d25-4f77-866b-96976fed6612" providerId="ADAL" clId="{2819ACDB-D8BE-43D9-AFAF-3B4D17C9955B}" dt="2024-04-26T08:59:44.864" v="2293" actId="47"/>
        <pc:sldMkLst>
          <pc:docMk/>
          <pc:sldMk cId="2850337334" sldId="261"/>
        </pc:sldMkLst>
        <pc:spChg chg="mod">
          <ac:chgData name="Claudia  Offner" userId="37b5ffd7-1d25-4f77-866b-96976fed6612" providerId="ADAL" clId="{2819ACDB-D8BE-43D9-AFAF-3B4D17C9955B}" dt="2024-04-25T15:21:28.783" v="1500"/>
          <ac:spMkLst>
            <pc:docMk/>
            <pc:sldMk cId="2850337334" sldId="261"/>
            <ac:spMk id="3" creationId="{E1B8666B-AF57-663C-B502-85A242879DF2}"/>
          </ac:spMkLst>
        </pc:spChg>
        <pc:spChg chg="mod">
          <ac:chgData name="Claudia  Offner" userId="37b5ffd7-1d25-4f77-866b-96976fed6612" providerId="ADAL" clId="{2819ACDB-D8BE-43D9-AFAF-3B4D17C9955B}" dt="2024-04-25T15:21:28.783" v="1500"/>
          <ac:spMkLst>
            <pc:docMk/>
            <pc:sldMk cId="2850337334" sldId="261"/>
            <ac:spMk id="4" creationId="{ABB2B8B0-646B-DBF5-2DE6-0C90955AEF61}"/>
          </ac:spMkLst>
        </pc:spChg>
        <pc:grpChg chg="add del mod">
          <ac:chgData name="Claudia  Offner" userId="37b5ffd7-1d25-4f77-866b-96976fed6612" providerId="ADAL" clId="{2819ACDB-D8BE-43D9-AFAF-3B4D17C9955B}" dt="2024-04-25T15:57:00.803" v="2091" actId="478"/>
          <ac:grpSpMkLst>
            <pc:docMk/>
            <pc:sldMk cId="2850337334" sldId="261"/>
            <ac:grpSpMk id="2" creationId="{1BE8045B-9223-2377-63FF-83065500CD60}"/>
          </ac:grpSpMkLst>
        </pc:grpChg>
      </pc:sldChg>
      <pc:sldChg chg="addSp delSp modSp new del mod ord">
        <pc:chgData name="Claudia  Offner" userId="37b5ffd7-1d25-4f77-866b-96976fed6612" providerId="ADAL" clId="{2819ACDB-D8BE-43D9-AFAF-3B4D17C9955B}" dt="2024-04-24T08:46:44.828" v="42" actId="2696"/>
        <pc:sldMkLst>
          <pc:docMk/>
          <pc:sldMk cId="3089846388" sldId="261"/>
        </pc:sldMkLst>
        <pc:graphicFrameChg chg="add del mod modGraphic">
          <ac:chgData name="Claudia  Offner" userId="37b5ffd7-1d25-4f77-866b-96976fed6612" providerId="ADAL" clId="{2819ACDB-D8BE-43D9-AFAF-3B4D17C9955B}" dt="2024-04-24T08:46:42.547" v="41" actId="478"/>
          <ac:graphicFrameMkLst>
            <pc:docMk/>
            <pc:sldMk cId="3089846388" sldId="261"/>
            <ac:graphicFrameMk id="2" creationId="{6DDE85ED-78AC-EEEC-F993-89A7404E3603}"/>
          </ac:graphicFrameMkLst>
        </pc:graphicFrameChg>
      </pc:sldChg>
      <pc:sldChg chg="addSp modSp new del">
        <pc:chgData name="Claudia  Offner" userId="37b5ffd7-1d25-4f77-866b-96976fed6612" providerId="ADAL" clId="{2819ACDB-D8BE-43D9-AFAF-3B4D17C9955B}" dt="2024-04-25T15:21:25.059" v="1497" actId="680"/>
        <pc:sldMkLst>
          <pc:docMk/>
          <pc:sldMk cId="3153673163" sldId="261"/>
        </pc:sldMkLst>
        <pc:spChg chg="mod">
          <ac:chgData name="Claudia  Offner" userId="37b5ffd7-1d25-4f77-866b-96976fed6612" providerId="ADAL" clId="{2819ACDB-D8BE-43D9-AFAF-3B4D17C9955B}" dt="2024-04-25T15:21:16.699" v="1495"/>
          <ac:spMkLst>
            <pc:docMk/>
            <pc:sldMk cId="3153673163" sldId="261"/>
            <ac:spMk id="54" creationId="{609B10FD-E59A-16D2-BE77-01318BA934DD}"/>
          </ac:spMkLst>
        </pc:spChg>
        <pc:spChg chg="mod">
          <ac:chgData name="Claudia  Offner" userId="37b5ffd7-1d25-4f77-866b-96976fed6612" providerId="ADAL" clId="{2819ACDB-D8BE-43D9-AFAF-3B4D17C9955B}" dt="2024-04-25T15:21:16.699" v="1495"/>
          <ac:spMkLst>
            <pc:docMk/>
            <pc:sldMk cId="3153673163" sldId="261"/>
            <ac:spMk id="64" creationId="{D82A40BE-C583-EC41-3C07-8F4A74CDCC58}"/>
          </ac:spMkLst>
        </pc:spChg>
        <pc:grpChg chg="add mod">
          <ac:chgData name="Claudia  Offner" userId="37b5ffd7-1d25-4f77-866b-96976fed6612" providerId="ADAL" clId="{2819ACDB-D8BE-43D9-AFAF-3B4D17C9955B}" dt="2024-04-25T15:21:16.699" v="1495"/>
          <ac:grpSpMkLst>
            <pc:docMk/>
            <pc:sldMk cId="3153673163" sldId="261"/>
            <ac:grpSpMk id="132" creationId="{A9403368-8B77-EEC5-5267-4C35CDF59241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6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171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84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95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265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7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33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95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25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46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89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6F4D9-EC04-4B84-A94D-D017977462CB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15E0F-B5E5-42D3-9FAC-62DFD37D8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47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5B55A2-3399-768D-06FB-8FF3B2932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984370"/>
              </p:ext>
            </p:extLst>
          </p:nvPr>
        </p:nvGraphicFramePr>
        <p:xfrm>
          <a:off x="300036" y="924210"/>
          <a:ext cx="9305926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2963">
                  <a:extLst>
                    <a:ext uri="{9D8B030D-6E8A-4147-A177-3AD203B41FA5}">
                      <a16:colId xmlns:a16="http://schemas.microsoft.com/office/drawing/2014/main" val="3166514564"/>
                    </a:ext>
                  </a:extLst>
                </a:gridCol>
                <a:gridCol w="4652963">
                  <a:extLst>
                    <a:ext uri="{9D8B030D-6E8A-4147-A177-3AD203B41FA5}">
                      <a16:colId xmlns:a16="http://schemas.microsoft.com/office/drawing/2014/main" val="1534628409"/>
                    </a:ext>
                  </a:extLst>
                </a:gridCol>
              </a:tblGrid>
              <a:tr h="233137">
                <a:tc>
                  <a:txBody>
                    <a:bodyPr/>
                    <a:lstStyle/>
                    <a:p>
                      <a:r>
                        <a:rPr lang="en-GB" sz="1200" dirty="0"/>
                        <a:t>Our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Nguyen et al. 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256523"/>
                  </a:ext>
                </a:extLst>
              </a:tr>
              <a:tr h="236644">
                <a:tc>
                  <a:txBody>
                    <a:bodyPr/>
                    <a:lstStyle/>
                    <a:p>
                      <a:r>
                        <a:rPr lang="en-GB" sz="1200" b="1" dirty="0"/>
                        <a:t>Research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Research 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12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28600" indent="-228600">
                        <a:buAutoNum type="alphaLcParenR"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innovate a method for extracting water extents over time that better link to longitudinal health outcomes,</a:t>
                      </a:r>
                    </a:p>
                    <a:p>
                      <a:pPr marL="228600" indent="-228600">
                        <a:buAutoNum type="alphaLcParenR"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 the relationship between flood patterns and dietary outcomes across seasons, and </a:t>
                      </a:r>
                    </a:p>
                    <a:p>
                      <a:pPr marL="228600" indent="-228600">
                        <a:buAutoNum type="alphaLcParenR"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further assess the impacts of a HFP intervention on this relationship, in the Haor basin.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Assess whether temperature and precipitation modified the effect of water, sanitation, and handwashing interventions on child diarrhoea prevalence in a randomized trial in rural Bangladesh.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81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1" dirty="0"/>
                        <a:t>Outcomes (12)</a:t>
                      </a:r>
                      <a:r>
                        <a:rPr lang="en-GB" sz="1200" b="0" dirty="0"/>
                        <a:t>: Women’s dietary </a:t>
                      </a:r>
                      <a:r>
                        <a:rPr lang="en-GB" sz="1200" dirty="0"/>
                        <a:t>diversity (continuous) &amp; food group consumption (binary)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Outcomes (1):  </a:t>
                      </a:r>
                      <a:r>
                        <a:rPr lang="en-GB" sz="1200" dirty="0"/>
                        <a:t>Child diarrhoea prevalence (binary)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130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1" dirty="0"/>
                        <a:t>Exposures (1): </a:t>
                      </a:r>
                      <a:r>
                        <a:rPr lang="en-GB" sz="1200" dirty="0"/>
                        <a:t>Flooding (continuous; area of cluster submerged in water above “normal”)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Exposures (5)</a:t>
                      </a:r>
                      <a:r>
                        <a:rPr lang="en-GB" sz="1200" b="0" dirty="0"/>
                        <a:t>: Interventions </a:t>
                      </a:r>
                      <a:r>
                        <a:rPr lang="en-GB" sz="1200" dirty="0"/>
                        <a:t>(binary)</a:t>
                      </a:r>
                      <a:r>
                        <a:rPr lang="en-GB" sz="1200" b="0" dirty="0"/>
                        <a:t> – Water only;</a:t>
                      </a:r>
                      <a:r>
                        <a:rPr lang="en-GB" sz="1200" dirty="0"/>
                        <a:t> sanitation </a:t>
                      </a:r>
                      <a:r>
                        <a:rPr lang="en-GB" sz="1200" b="0" dirty="0"/>
                        <a:t>only; </a:t>
                      </a:r>
                      <a:r>
                        <a:rPr lang="en-GB" sz="1200" dirty="0"/>
                        <a:t>handwashing </a:t>
                      </a:r>
                      <a:r>
                        <a:rPr lang="en-GB" sz="1200" b="0" dirty="0"/>
                        <a:t>only; combined WASH; any WASH</a:t>
                      </a:r>
                      <a:endParaRPr lang="en-GB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492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Effect Modifiers (2): </a:t>
                      </a:r>
                      <a:r>
                        <a:rPr lang="en-GB" sz="1200" dirty="0"/>
                        <a:t>Season (nominal); Household Food Production intervention (binary)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Effect Modifiers (2): </a:t>
                      </a:r>
                      <a:r>
                        <a:rPr lang="en-GB" sz="1200" dirty="0"/>
                        <a:t>temperature (continuous); precipitation (continuous)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407535"/>
                  </a:ext>
                </a:extLst>
              </a:tr>
              <a:tr h="2912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Other: </a:t>
                      </a:r>
                      <a:r>
                        <a:rPr lang="en-GB" sz="1200" dirty="0"/>
                        <a:t>The </a:t>
                      </a:r>
                      <a:r>
                        <a:rPr lang="en-GB" sz="1200" dirty="0" err="1"/>
                        <a:t>Habiganj</a:t>
                      </a:r>
                      <a:r>
                        <a:rPr lang="en-GB" sz="1200" dirty="0"/>
                        <a:t> and Sunamganj districts of rural Bangladesh (2015-2019; n=2,620 women)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Other : </a:t>
                      </a:r>
                      <a:r>
                        <a:rPr lang="en-GB" sz="1200" dirty="0"/>
                        <a:t>The Gazipur, Kishoreganj, Mymensingh, and Tangail districts of rural Bangladesh (2012-2013; n=6,921 children)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573314"/>
                  </a:ext>
                </a:extLst>
              </a:tr>
              <a:tr h="211170">
                <a:tc>
                  <a:txBody>
                    <a:bodyPr/>
                    <a:lstStyle/>
                    <a:p>
                      <a:r>
                        <a:rPr lang="en-GB" sz="1200" b="1" dirty="0"/>
                        <a:t>Methods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Methods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24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Only included women enrolled at baseline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3-way interaction: Linear and log mixed effects models to model outcomes as  function of flooding, modified by season and trial-arm.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Flooding has a log distribution, so it was centred and scaled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u="sng" dirty="0"/>
                        <a:t>The relationship between flooding and dietary diversity  is non-linear, until season is accounted for.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Intention-to-treat-approach (all participants included?)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Potential non-linear relation: Generalized additive models (GAMs) used to model the outcomes as a function of the intervention and an environmental variable (as a spline). Specified a binomial family with logit link functions and used restricted maximum likelihood estimation (REML) smoothing parameters.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dirty="0"/>
                        <a:t>Estimated simultaneous confidence intervals using a parametric bootstrap of the variance-covariance matrix under a multivariate normal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42453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6A5B33C-7B90-D742-279C-6BA005E9EAC7}"/>
              </a:ext>
            </a:extLst>
          </p:cNvPr>
          <p:cNvSpPr txBox="1"/>
          <p:nvPr/>
        </p:nvSpPr>
        <p:spPr>
          <a:xfrm>
            <a:off x="223836" y="115954"/>
            <a:ext cx="93059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Nguyen et al. (2023 )“Influence of temperature and precipitation on the effectiveness of water, sanitation, and 2 handwashing interventions against childhood diarrheal disease in rural Bangladesh: a re-analysis of a randomized control trial” . P</a:t>
            </a:r>
            <a:r>
              <a:rPr lang="fr-FR" sz="1400" dirty="0"/>
              <a:t>reprint </a:t>
            </a:r>
            <a:r>
              <a:rPr lang="fr-FR" sz="1400" dirty="0" err="1"/>
              <a:t>doi</a:t>
            </a:r>
            <a:r>
              <a:rPr lang="fr-FR" sz="1400" dirty="0"/>
              <a:t>: https://doi.org/10.1101/2022.09.25.22280229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047249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5381-F1D0-6964-EAA7-737C3656B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95794"/>
            <a:ext cx="8543925" cy="520992"/>
          </a:xfrm>
        </p:spPr>
        <p:txBody>
          <a:bodyPr>
            <a:normAutofit/>
          </a:bodyPr>
          <a:lstStyle/>
          <a:p>
            <a:pPr algn="ctr"/>
            <a:r>
              <a:rPr lang="en-GB" sz="2000" b="1" dirty="0"/>
              <a:t>RAW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32ED4-5CDB-933A-19BF-4C9CA196F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616786"/>
            <a:ext cx="4190702" cy="450165"/>
          </a:xfrm>
        </p:spPr>
        <p:txBody>
          <a:bodyPr anchor="t">
            <a:normAutofit/>
          </a:bodyPr>
          <a:lstStyle/>
          <a:p>
            <a:pPr algn="ctr"/>
            <a:r>
              <a:rPr lang="en-GB" sz="1400" i="1" u="sng" dirty="0"/>
              <a:t>Distribution: % cluster covered by water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A1A7DD-F444-A692-CACC-F2904E2E5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5854" y="616786"/>
            <a:ext cx="4211340" cy="450165"/>
          </a:xfrm>
        </p:spPr>
        <p:txBody>
          <a:bodyPr anchor="t">
            <a:normAutofit/>
          </a:bodyPr>
          <a:lstStyle/>
          <a:p>
            <a:pPr algn="ctr"/>
            <a:r>
              <a:rPr lang="en-GB" sz="1400" i="1" u="sng" dirty="0"/>
              <a:t>Scatterplot: Dietary diversity vs. flooding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B3B9C0-4DD0-4792-F76B-0EC55C75F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79" y="1290827"/>
            <a:ext cx="3516400" cy="29739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8B1B6A-8AB8-CBC3-042C-43C5FE9BF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540" y="1290826"/>
            <a:ext cx="3516400" cy="29739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44C986-FB42-BF56-01E9-FAAF68037AFA}"/>
              </a:ext>
            </a:extLst>
          </p:cNvPr>
          <p:cNvSpPr txBox="1"/>
          <p:nvPr/>
        </p:nvSpPr>
        <p:spPr>
          <a:xfrm>
            <a:off x="558949" y="5442787"/>
            <a:ext cx="888984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4375" indent="-714375"/>
            <a:r>
              <a:rPr lang="en-GB" sz="1400" b="1" i="1" u="sng" dirty="0"/>
              <a:t>GENERALISED ADDITIVE MODELS</a:t>
            </a:r>
          </a:p>
          <a:p>
            <a:pPr marL="714375" indent="-714375"/>
            <a:r>
              <a:rPr lang="en-GB" sz="1400" dirty="0"/>
              <a:t>gam(dd10r_score_m ~ </a:t>
            </a:r>
            <a:r>
              <a:rPr lang="en-GB" sz="1400" b="1" dirty="0" err="1">
                <a:solidFill>
                  <a:srgbClr val="FF0000"/>
                </a:solidFill>
              </a:rPr>
              <a:t>ti</a:t>
            </a:r>
            <a:r>
              <a:rPr lang="en-GB" sz="1400" b="1" dirty="0">
                <a:solidFill>
                  <a:srgbClr val="FF0000"/>
                </a:solidFill>
              </a:rPr>
              <a:t>(Flood_1Lag, by=int_3) + factor(treatment) + </a:t>
            </a:r>
            <a:r>
              <a:rPr lang="en-GB" sz="1400" b="1" dirty="0" err="1">
                <a:solidFill>
                  <a:srgbClr val="FF0000"/>
                </a:solidFill>
              </a:rPr>
              <a:t>season_flood</a:t>
            </a:r>
            <a:r>
              <a:rPr lang="en-GB" sz="1400" b="1" dirty="0">
                <a:solidFill>
                  <a:srgbClr val="FF0000"/>
                </a:solidFill>
              </a:rPr>
              <a:t> </a:t>
            </a:r>
          </a:p>
          <a:p>
            <a:pPr marL="714375"/>
            <a:r>
              <a:rPr lang="en-GB" sz="1400" dirty="0"/>
              <a:t>+  dd10r_score_m_BL + factor(</a:t>
            </a:r>
            <a:r>
              <a:rPr lang="en-GB" sz="1400" dirty="0" err="1"/>
              <a:t>ramadan</a:t>
            </a:r>
            <a:r>
              <a:rPr lang="en-GB" sz="1400" dirty="0"/>
              <a:t>) + factor(g_2h_BL) + factor(quint2_BL),</a:t>
            </a:r>
          </a:p>
          <a:p>
            <a:pPr marL="357188" defTabSz="357188"/>
            <a:r>
              <a:rPr lang="en-GB" sz="1400" dirty="0"/>
              <a:t>random = list(wcode = </a:t>
            </a:r>
            <a:r>
              <a:rPr lang="en-GB" sz="1400" dirty="0" err="1"/>
              <a:t>pdDiag</a:t>
            </a:r>
            <a:r>
              <a:rPr lang="en-GB" sz="1400" dirty="0"/>
              <a:t>(~1|season_id), </a:t>
            </a:r>
            <a:r>
              <a:rPr lang="en-GB" sz="1400" dirty="0" err="1"/>
              <a:t>c_code</a:t>
            </a:r>
            <a:r>
              <a:rPr lang="en-GB" sz="1400" dirty="0"/>
              <a:t> = </a:t>
            </a:r>
            <a:r>
              <a:rPr lang="en-GB" sz="1400" dirty="0" err="1"/>
              <a:t>pdDiag</a:t>
            </a:r>
            <a:r>
              <a:rPr lang="en-GB" sz="1400" dirty="0"/>
              <a:t>(~1)),  weights = </a:t>
            </a:r>
            <a:r>
              <a:rPr lang="en-GB" sz="1400" dirty="0" err="1"/>
              <a:t>wdiet_wt</a:t>
            </a:r>
            <a:r>
              <a:rPr lang="en-GB" sz="1400" dirty="0"/>
              <a:t>, </a:t>
            </a:r>
          </a:p>
          <a:p>
            <a:pPr marL="357188" defTabSz="357188"/>
            <a:r>
              <a:rPr lang="en-GB" sz="1400" dirty="0"/>
              <a:t>family="gaussian", </a:t>
            </a:r>
            <a:r>
              <a:rPr lang="en-GB" sz="1400" b="1" dirty="0">
                <a:solidFill>
                  <a:srgbClr val="FF0000"/>
                </a:solidFill>
              </a:rPr>
              <a:t>method = "REML",  </a:t>
            </a:r>
            <a:r>
              <a:rPr lang="en-GB" sz="1400" dirty="0" err="1"/>
              <a:t>na.action</a:t>
            </a:r>
            <a:r>
              <a:rPr lang="en-GB" sz="1400" dirty="0"/>
              <a:t>=</a:t>
            </a:r>
            <a:r>
              <a:rPr lang="en-GB" sz="1400" dirty="0" err="1"/>
              <a:t>na.exclude</a:t>
            </a:r>
            <a:r>
              <a:rPr lang="en-GB" sz="1400" dirty="0"/>
              <a:t>, data = </a:t>
            </a:r>
            <a:r>
              <a:rPr lang="en-GB" sz="1400" dirty="0" err="1"/>
              <a:t>df</a:t>
            </a:r>
            <a:r>
              <a:rPr lang="en-GB" sz="1400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2FBD81-FADA-05B3-0A21-F8BF26A50B6A}"/>
              </a:ext>
            </a:extLst>
          </p:cNvPr>
          <p:cNvSpPr txBox="1"/>
          <p:nvPr/>
        </p:nvSpPr>
        <p:spPr>
          <a:xfrm>
            <a:off x="558949" y="4273235"/>
            <a:ext cx="88898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i="1" u="sng" dirty="0"/>
              <a:t>LINEAR MIXED EFFECTS MODEL</a:t>
            </a:r>
          </a:p>
          <a:p>
            <a:r>
              <a:rPr lang="en-GB" sz="1400" dirty="0" err="1"/>
              <a:t>lme</a:t>
            </a:r>
            <a:r>
              <a:rPr lang="en-GB" sz="1400" dirty="0"/>
              <a:t>(dd10r_score_m ~ </a:t>
            </a:r>
            <a:r>
              <a:rPr lang="en-GB" sz="1400" b="1" dirty="0"/>
              <a:t>Flood_1Lag * </a:t>
            </a:r>
            <a:r>
              <a:rPr lang="en-GB" sz="1400" b="1" dirty="0" err="1"/>
              <a:t>season_flood</a:t>
            </a:r>
            <a:r>
              <a:rPr lang="en-GB" sz="1400" b="1" dirty="0"/>
              <a:t> * treatment </a:t>
            </a:r>
          </a:p>
          <a:p>
            <a:pPr marL="714375"/>
            <a:r>
              <a:rPr lang="en-GB" sz="1400" dirty="0"/>
              <a:t>+ dd10r_score_m_BL + </a:t>
            </a:r>
            <a:r>
              <a:rPr lang="en-GB" sz="1400" dirty="0" err="1"/>
              <a:t>ramadan</a:t>
            </a:r>
            <a:r>
              <a:rPr lang="en-GB" sz="1400" dirty="0"/>
              <a:t> + g_2h_BL + quint2_BL,</a:t>
            </a:r>
          </a:p>
          <a:p>
            <a:pPr marL="357188"/>
            <a:r>
              <a:rPr lang="en-GB" sz="1400" dirty="0"/>
              <a:t>random = list(wcode = </a:t>
            </a:r>
            <a:r>
              <a:rPr lang="en-GB" sz="1400" dirty="0" err="1"/>
              <a:t>pdDiag</a:t>
            </a:r>
            <a:r>
              <a:rPr lang="en-GB" sz="1400" dirty="0"/>
              <a:t>(~1|season_id), </a:t>
            </a:r>
            <a:r>
              <a:rPr lang="en-GB" sz="1400" dirty="0" err="1"/>
              <a:t>c_code</a:t>
            </a:r>
            <a:r>
              <a:rPr lang="en-GB" sz="1400" dirty="0"/>
              <a:t> = </a:t>
            </a:r>
            <a:r>
              <a:rPr lang="en-GB" sz="1400" dirty="0" err="1"/>
              <a:t>pdDiag</a:t>
            </a:r>
            <a:r>
              <a:rPr lang="en-GB" sz="1400" dirty="0"/>
              <a:t>(~1)),  weights = </a:t>
            </a:r>
            <a:r>
              <a:rPr lang="en-GB" sz="1400" dirty="0" err="1"/>
              <a:t>varIdent</a:t>
            </a:r>
            <a:r>
              <a:rPr lang="en-GB" sz="1400" dirty="0"/>
              <a:t>(form = ~ 1 | </a:t>
            </a:r>
            <a:r>
              <a:rPr lang="en-GB" sz="1400" dirty="0" err="1"/>
              <a:t>wdiet_wt</a:t>
            </a:r>
            <a:r>
              <a:rPr lang="en-GB" sz="1400" dirty="0"/>
              <a:t>), </a:t>
            </a:r>
          </a:p>
          <a:p>
            <a:pPr marL="357188"/>
            <a:r>
              <a:rPr lang="en-GB" sz="1400" dirty="0" err="1"/>
              <a:t>na.action</a:t>
            </a:r>
            <a:r>
              <a:rPr lang="en-GB" sz="1400" dirty="0"/>
              <a:t> = </a:t>
            </a:r>
            <a:r>
              <a:rPr lang="en-GB" sz="1400" dirty="0" err="1"/>
              <a:t>na.omit</a:t>
            </a:r>
            <a:r>
              <a:rPr lang="en-GB" sz="1400" dirty="0"/>
              <a:t>, data= </a:t>
            </a:r>
            <a:r>
              <a:rPr lang="en-GB" sz="1400" dirty="0" err="1"/>
              <a:t>df</a:t>
            </a:r>
            <a:r>
              <a:rPr lang="en-GB" sz="1400" dirty="0"/>
              <a:t>) </a:t>
            </a:r>
            <a:r>
              <a:rPr lang="en-GB" sz="1400" i="1" dirty="0"/>
              <a:t># Family=‘gaussian’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F89916-B5D1-4EFD-7DED-0E781192F3E7}"/>
              </a:ext>
            </a:extLst>
          </p:cNvPr>
          <p:cNvSpPr/>
          <p:nvPr/>
        </p:nvSpPr>
        <p:spPr>
          <a:xfrm>
            <a:off x="954060" y="1036622"/>
            <a:ext cx="3647238" cy="5874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Flood_1Lag = (</a:t>
            </a:r>
            <a:r>
              <a:rPr lang="en-GB" sz="1200" dirty="0" err="1"/>
              <a:t>perc_flooded-mean_value</a:t>
            </a:r>
            <a:r>
              <a:rPr lang="en-GB" sz="1200" dirty="0"/>
              <a:t>)/0.01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Range:0-30 (1 unit = 1% cluster coverage)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8DD366-83DA-C3BA-2F88-3CD20337177B}"/>
              </a:ext>
            </a:extLst>
          </p:cNvPr>
          <p:cNvSpPr/>
          <p:nvPr/>
        </p:nvSpPr>
        <p:spPr>
          <a:xfrm>
            <a:off x="5939246" y="1036622"/>
            <a:ext cx="2778034" cy="347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Not a clear linear distribution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AA5C20-D090-BD3A-F5E8-8FB8896ED8BE}"/>
              </a:ext>
            </a:extLst>
          </p:cNvPr>
          <p:cNvSpPr/>
          <p:nvPr/>
        </p:nvSpPr>
        <p:spPr>
          <a:xfrm>
            <a:off x="7949903" y="5370965"/>
            <a:ext cx="1803697" cy="1313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Does this account for main effects? How do I access them? Are different strata accessible? Doesn’t seem it</a:t>
            </a:r>
          </a:p>
        </p:txBody>
      </p:sp>
    </p:spTree>
    <p:extLst>
      <p:ext uri="{BB962C8B-B14F-4D97-AF65-F5344CB8AC3E}">
        <p14:creationId xmlns:p14="http://schemas.microsoft.com/office/powerpoint/2010/main" val="2696669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AE92A0A5-B99A-7E8A-FCBF-39F155D2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81" y="4623905"/>
            <a:ext cx="2519562" cy="21309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79140D-AD4C-A6C3-2990-9D0A340CD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54" y="773069"/>
            <a:ext cx="3020671" cy="2186233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2912E13-2C99-2329-C9F6-2CA96DAA9991}"/>
              </a:ext>
            </a:extLst>
          </p:cNvPr>
          <p:cNvSpPr txBox="1">
            <a:spLocks/>
          </p:cNvSpPr>
          <p:nvPr/>
        </p:nvSpPr>
        <p:spPr>
          <a:xfrm>
            <a:off x="272546" y="743705"/>
            <a:ext cx="4193291" cy="3026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i="1" u="sng" dirty="0"/>
              <a:t>F1: Pooled effects (</a:t>
            </a:r>
            <a:r>
              <a:rPr lang="en-GB" sz="1400" b="1" i="1" u="sng" dirty="0"/>
              <a:t>no interaction</a:t>
            </a:r>
            <a:r>
              <a:rPr lang="en-GB" sz="1400" i="1" u="sng" dirty="0"/>
              <a:t>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9A75B6-C370-88BA-AAFA-532BF7FE0ECE}"/>
              </a:ext>
            </a:extLst>
          </p:cNvPr>
          <p:cNvSpPr txBox="1">
            <a:spLocks/>
          </p:cNvSpPr>
          <p:nvPr/>
        </p:nvSpPr>
        <p:spPr>
          <a:xfrm>
            <a:off x="316052" y="129241"/>
            <a:ext cx="8972005" cy="15333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/>
              <a:t>GAM Model Sensitivity Checks:  </a:t>
            </a:r>
          </a:p>
          <a:p>
            <a:r>
              <a:rPr lang="en-GB" sz="1600" b="1" u="sng" dirty="0"/>
              <a:t>Black</a:t>
            </a:r>
            <a:r>
              <a:rPr lang="en-GB" sz="1600" dirty="0"/>
              <a:t> is GAM spline outputs; </a:t>
            </a:r>
            <a:r>
              <a:rPr lang="en-GB" sz="1600" b="1" u="sng" dirty="0">
                <a:solidFill>
                  <a:srgbClr val="FF0000"/>
                </a:solidFill>
              </a:rPr>
              <a:t>Red</a:t>
            </a:r>
            <a:r>
              <a:rPr lang="en-GB" sz="1600" dirty="0"/>
              <a:t> is the respective slope provided from the LME marginal effects </a:t>
            </a:r>
            <a:endParaRPr lang="en-GB" sz="1600" b="1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63F733-9C85-38AA-BF84-A274E93E6B34}"/>
              </a:ext>
            </a:extLst>
          </p:cNvPr>
          <p:cNvGrpSpPr/>
          <p:nvPr/>
        </p:nvGrpSpPr>
        <p:grpSpPr>
          <a:xfrm>
            <a:off x="4686300" y="781050"/>
            <a:ext cx="5053782" cy="5977157"/>
            <a:chOff x="4463518" y="641384"/>
            <a:chExt cx="5276564" cy="61168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6C71C24-5FD4-7FA6-E606-580EA6D1AE43}"/>
                </a:ext>
              </a:extLst>
            </p:cNvPr>
            <p:cNvGrpSpPr/>
            <p:nvPr/>
          </p:nvGrpSpPr>
          <p:grpSpPr>
            <a:xfrm>
              <a:off x="4463518" y="758011"/>
              <a:ext cx="5276564" cy="6000196"/>
              <a:chOff x="4470610" y="940526"/>
              <a:chExt cx="5276564" cy="600019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E4AE788-6148-20B5-6384-F0D74925C536}"/>
                  </a:ext>
                </a:extLst>
              </p:cNvPr>
              <p:cNvGrpSpPr/>
              <p:nvPr/>
            </p:nvGrpSpPr>
            <p:grpSpPr>
              <a:xfrm>
                <a:off x="4474155" y="2826466"/>
                <a:ext cx="5270966" cy="4114256"/>
                <a:chOff x="4474155" y="2826466"/>
                <a:chExt cx="5270966" cy="4114256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72BA86EB-E36A-7C1F-7A75-3F59F37E39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78263" y="4712406"/>
                  <a:ext cx="2634739" cy="2228316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2A886D9B-B8DE-AC8F-52A1-ADDF3686C1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14491" y="4712405"/>
                  <a:ext cx="2630630" cy="2224842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AA23F225-C1CA-9586-353B-6D43F5DFBA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74155" y="2826466"/>
                  <a:ext cx="2634738" cy="2228316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7CEEEB76-A2B9-8173-7BB3-0349EA4787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05346" y="2826466"/>
                  <a:ext cx="2634739" cy="2228316"/>
                </a:xfrm>
                <a:prstGeom prst="rect">
                  <a:avLst/>
                </a:prstGeom>
              </p:spPr>
            </p:pic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8153B98-6A5E-9643-A645-4AD12AC32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2438" y="940526"/>
                <a:ext cx="2634736" cy="222831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4412504-3186-F59A-8E51-33EA86C454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70610" y="940526"/>
                <a:ext cx="2634736" cy="2228315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509ED4C-91DF-80D6-9E74-772C9F2FC5DF}"/>
                </a:ext>
              </a:extLst>
            </p:cNvPr>
            <p:cNvGrpSpPr/>
            <p:nvPr/>
          </p:nvGrpSpPr>
          <p:grpSpPr>
            <a:xfrm>
              <a:off x="4470610" y="641384"/>
              <a:ext cx="5143017" cy="4691902"/>
              <a:chOff x="4470610" y="641384"/>
              <a:chExt cx="5143017" cy="4691902"/>
            </a:xfrm>
          </p:grpSpPr>
          <p:sp>
            <p:nvSpPr>
              <p:cNvPr id="23" name="Text Placeholder 3">
                <a:extLst>
                  <a:ext uri="{FF2B5EF4-FFF2-40B4-BE49-F238E27FC236}">
                    <a16:creationId xmlns:a16="http://schemas.microsoft.com/office/drawing/2014/main" id="{CF11DE2B-150D-EA28-3F9E-508000F116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0610" y="641384"/>
                <a:ext cx="5034795" cy="30261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1400" i="1" u="sng" dirty="0"/>
                  <a:t>F2: Pooled seasonal effects (</a:t>
                </a:r>
                <a:r>
                  <a:rPr lang="en-GB" sz="1400" b="1" i="1" u="sng" dirty="0"/>
                  <a:t>seasonal interaction</a:t>
                </a:r>
                <a:r>
                  <a:rPr lang="en-GB" sz="1400" i="1" u="sng" dirty="0"/>
                  <a:t>)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52EDA6-E590-728C-BFB1-65252FECBACF}"/>
                  </a:ext>
                </a:extLst>
              </p:cNvPr>
              <p:cNvSpPr txBox="1"/>
              <p:nvPr/>
            </p:nvSpPr>
            <p:spPr>
              <a:xfrm>
                <a:off x="4790426" y="1100386"/>
                <a:ext cx="7319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/>
                  <a:t>Jan/Feb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0206887-423D-8F73-F1CB-DF3816A53EF6}"/>
                  </a:ext>
                </a:extLst>
              </p:cNvPr>
              <p:cNvSpPr txBox="1"/>
              <p:nvPr/>
            </p:nvSpPr>
            <p:spPr>
              <a:xfrm>
                <a:off x="6257000" y="1099741"/>
                <a:ext cx="7136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>
                    <a:solidFill>
                      <a:srgbClr val="FF0000"/>
                    </a:solidFill>
                  </a:rPr>
                  <a:t>P&gt;0.05</a:t>
                </a:r>
              </a:p>
              <a:p>
                <a:pPr algn="r"/>
                <a:r>
                  <a:rPr lang="en-GB" sz="1200" dirty="0"/>
                  <a:t>*P&lt;0.05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868451-FF8E-3FF6-4D78-E890FE35B06E}"/>
                  </a:ext>
                </a:extLst>
              </p:cNvPr>
              <p:cNvSpPr txBox="1"/>
              <p:nvPr/>
            </p:nvSpPr>
            <p:spPr>
              <a:xfrm>
                <a:off x="7433396" y="1100386"/>
                <a:ext cx="7477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/>
                  <a:t>Mar/Apr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488F2B-43F3-8752-6885-F060D0EA1659}"/>
                  </a:ext>
                </a:extLst>
              </p:cNvPr>
              <p:cNvSpPr txBox="1"/>
              <p:nvPr/>
            </p:nvSpPr>
            <p:spPr>
              <a:xfrm>
                <a:off x="8899970" y="1099741"/>
                <a:ext cx="7136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>
                    <a:solidFill>
                      <a:srgbClr val="FF0000"/>
                    </a:solidFill>
                  </a:rPr>
                  <a:t>*P&lt;0.05</a:t>
                </a:r>
              </a:p>
              <a:p>
                <a:pPr algn="r"/>
                <a:r>
                  <a:rPr lang="en-GB" sz="1200" dirty="0"/>
                  <a:t>*P&lt;0.05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90731D9-C5DF-1589-E4F3-2D470AECCCF3}"/>
                  </a:ext>
                </a:extLst>
              </p:cNvPr>
              <p:cNvSpPr txBox="1"/>
              <p:nvPr/>
            </p:nvSpPr>
            <p:spPr>
              <a:xfrm>
                <a:off x="4798364" y="2986326"/>
                <a:ext cx="7591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/>
                  <a:t>May/Jun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943C05C-A28D-5265-DEF7-483BB969DCD0}"/>
                  </a:ext>
                </a:extLst>
              </p:cNvPr>
              <p:cNvSpPr txBox="1"/>
              <p:nvPr/>
            </p:nvSpPr>
            <p:spPr>
              <a:xfrm>
                <a:off x="6264938" y="2985681"/>
                <a:ext cx="7136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>
                    <a:solidFill>
                      <a:srgbClr val="FF0000"/>
                    </a:solidFill>
                  </a:rPr>
                  <a:t>*P&lt;0.05</a:t>
                </a:r>
              </a:p>
              <a:p>
                <a:pPr algn="r"/>
                <a:r>
                  <a:rPr lang="en-GB" sz="1200" dirty="0"/>
                  <a:t>*P&lt;0.05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C94128-ADA5-8700-D479-CAD1FCB19617}"/>
                  </a:ext>
                </a:extLst>
              </p:cNvPr>
              <p:cNvSpPr txBox="1"/>
              <p:nvPr/>
            </p:nvSpPr>
            <p:spPr>
              <a:xfrm>
                <a:off x="7433396" y="2986326"/>
                <a:ext cx="6932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/>
                  <a:t>Jul/Aug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64F8A6-9965-F908-EC1E-470B65C7394E}"/>
                  </a:ext>
                </a:extLst>
              </p:cNvPr>
              <p:cNvSpPr txBox="1"/>
              <p:nvPr/>
            </p:nvSpPr>
            <p:spPr>
              <a:xfrm>
                <a:off x="8962487" y="2985681"/>
                <a:ext cx="6511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>
                    <a:solidFill>
                      <a:srgbClr val="FF0000"/>
                    </a:solidFill>
                  </a:rPr>
                  <a:t>P&gt;0.05</a:t>
                </a:r>
              </a:p>
              <a:p>
                <a:pPr algn="r"/>
                <a:r>
                  <a:rPr lang="en-GB" sz="1200" dirty="0"/>
                  <a:t>P&gt;0.05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C5B3EE-456C-70B1-C53A-2F8994A50B2E}"/>
                  </a:ext>
                </a:extLst>
              </p:cNvPr>
              <p:cNvSpPr txBox="1"/>
              <p:nvPr/>
            </p:nvSpPr>
            <p:spPr>
              <a:xfrm>
                <a:off x="4790426" y="4872266"/>
                <a:ext cx="7614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/>
                  <a:t>Sep/Oct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E74CB0D-2C0E-C9CF-B366-B4FC435F94FB}"/>
                  </a:ext>
                </a:extLst>
              </p:cNvPr>
              <p:cNvSpPr txBox="1"/>
              <p:nvPr/>
            </p:nvSpPr>
            <p:spPr>
              <a:xfrm>
                <a:off x="6257000" y="4871621"/>
                <a:ext cx="7136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>
                    <a:solidFill>
                      <a:srgbClr val="FF0000"/>
                    </a:solidFill>
                  </a:rPr>
                  <a:t>P&gt;0.05</a:t>
                </a:r>
              </a:p>
              <a:p>
                <a:pPr algn="r"/>
                <a:r>
                  <a:rPr lang="en-GB" sz="1200" dirty="0"/>
                  <a:t>*P&lt;0.05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BE8B97E-52B3-3B09-420D-604975174C2D}"/>
                  </a:ext>
                </a:extLst>
              </p:cNvPr>
              <p:cNvSpPr txBox="1"/>
              <p:nvPr/>
            </p:nvSpPr>
            <p:spPr>
              <a:xfrm>
                <a:off x="7425458" y="4872266"/>
                <a:ext cx="7955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/>
                  <a:t>Nov/Dec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D79A643-EB49-40E7-0302-90A417330371}"/>
                  </a:ext>
                </a:extLst>
              </p:cNvPr>
              <p:cNvSpPr txBox="1"/>
              <p:nvPr/>
            </p:nvSpPr>
            <p:spPr>
              <a:xfrm>
                <a:off x="8954549" y="4871621"/>
                <a:ext cx="6511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>
                    <a:solidFill>
                      <a:srgbClr val="FF0000"/>
                    </a:solidFill>
                  </a:rPr>
                  <a:t>P&gt;0.05</a:t>
                </a:r>
              </a:p>
              <a:p>
                <a:pPr algn="r"/>
                <a:r>
                  <a:rPr lang="en-GB" sz="1200" dirty="0"/>
                  <a:t>P&gt;0.05</a:t>
                </a:r>
              </a:p>
            </p:txBody>
          </p:sp>
        </p:grp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306AE518-587F-EB9F-F8FF-9874EF68FA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372" y="2780465"/>
            <a:ext cx="2523495" cy="2134232"/>
          </a:xfrm>
          <a:prstGeom prst="rect">
            <a:avLst/>
          </a:prstGeom>
        </p:spPr>
      </p:pic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C0194491-5157-A9B9-A99E-3F96431E3B99}"/>
              </a:ext>
            </a:extLst>
          </p:cNvPr>
          <p:cNvSpPr txBox="1">
            <a:spLocks/>
          </p:cNvSpPr>
          <p:nvPr/>
        </p:nvSpPr>
        <p:spPr>
          <a:xfrm>
            <a:off x="265453" y="2837357"/>
            <a:ext cx="4193291" cy="3026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i="1" u="sng" dirty="0"/>
              <a:t>F3: Trial effects (</a:t>
            </a:r>
            <a:r>
              <a:rPr lang="en-GB" sz="1400" b="1" i="1" u="sng" dirty="0"/>
              <a:t>HFP interaction</a:t>
            </a:r>
            <a:r>
              <a:rPr lang="en-GB" sz="1400" i="1" u="sng" dirty="0"/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FADADD-31BD-3945-8199-B0DFEBF11519}"/>
              </a:ext>
            </a:extLst>
          </p:cNvPr>
          <p:cNvSpPr txBox="1"/>
          <p:nvPr/>
        </p:nvSpPr>
        <p:spPr>
          <a:xfrm>
            <a:off x="831249" y="4965973"/>
            <a:ext cx="580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Treat.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AEC473-23A2-BA99-4259-AE3A595B304B}"/>
              </a:ext>
            </a:extLst>
          </p:cNvPr>
          <p:cNvSpPr txBox="1"/>
          <p:nvPr/>
        </p:nvSpPr>
        <p:spPr>
          <a:xfrm>
            <a:off x="2205770" y="4965342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28613B-2356-1602-ADBA-ADFBA34921AE}"/>
              </a:ext>
            </a:extLst>
          </p:cNvPr>
          <p:cNvSpPr txBox="1"/>
          <p:nvPr/>
        </p:nvSpPr>
        <p:spPr>
          <a:xfrm>
            <a:off x="842706" y="3146513"/>
            <a:ext cx="572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Cont.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E01463-51E8-8B74-A015-B813521CF010}"/>
              </a:ext>
            </a:extLst>
          </p:cNvPr>
          <p:cNvSpPr txBox="1"/>
          <p:nvPr/>
        </p:nvSpPr>
        <p:spPr>
          <a:xfrm>
            <a:off x="2247359" y="3145882"/>
            <a:ext cx="683526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67EBD7-89F7-2697-3258-FB4BF6868E27}"/>
              </a:ext>
            </a:extLst>
          </p:cNvPr>
          <p:cNvSpPr/>
          <p:nvPr/>
        </p:nvSpPr>
        <p:spPr>
          <a:xfrm>
            <a:off x="2979217" y="4017129"/>
            <a:ext cx="1849088" cy="1313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Not sure why the intercept is not 0… does this account for main effects?  If so, why is it not positive?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1BFFFE81-DDFE-1289-A71C-A2CAC5349294}"/>
              </a:ext>
            </a:extLst>
          </p:cNvPr>
          <p:cNvCxnSpPr>
            <a:cxnSpLocks/>
            <a:stCxn id="49" idx="2"/>
            <a:endCxn id="43" idx="3"/>
          </p:cNvCxnSpPr>
          <p:nvPr/>
        </p:nvCxnSpPr>
        <p:spPr>
          <a:xfrm rot="5400000">
            <a:off x="3301934" y="5087531"/>
            <a:ext cx="359036" cy="8446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3D836685-6DF3-B444-5F09-84C0B7DE8D5B}"/>
              </a:ext>
            </a:extLst>
          </p:cNvPr>
          <p:cNvSpPr/>
          <p:nvPr/>
        </p:nvSpPr>
        <p:spPr>
          <a:xfrm>
            <a:off x="2946480" y="2444296"/>
            <a:ext cx="1849088" cy="1243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Quadratic effect is present in some seasons, but it is telling the same story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A761854-7B79-BDC2-A27E-89967319BDDE}"/>
              </a:ext>
            </a:extLst>
          </p:cNvPr>
          <p:cNvCxnSpPr>
            <a:cxnSpLocks/>
            <a:stCxn id="58" idx="0"/>
            <a:endCxn id="10" idx="1"/>
          </p:cNvCxnSpPr>
          <p:nvPr/>
        </p:nvCxnSpPr>
        <p:spPr>
          <a:xfrm rot="5400000" flipH="1" flipV="1">
            <a:off x="4048380" y="1806376"/>
            <a:ext cx="460564" cy="8152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51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9A75B6-C370-88BA-AAFA-532BF7FE0ECE}"/>
              </a:ext>
            </a:extLst>
          </p:cNvPr>
          <p:cNvSpPr txBox="1">
            <a:spLocks/>
          </p:cNvSpPr>
          <p:nvPr/>
        </p:nvSpPr>
        <p:spPr>
          <a:xfrm>
            <a:off x="316052" y="129241"/>
            <a:ext cx="8972005" cy="15333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/>
              <a:t>GAM Model Sensitivity Checks:  </a:t>
            </a:r>
          </a:p>
          <a:p>
            <a:r>
              <a:rPr lang="en-GB" sz="1600" b="1" u="sng" dirty="0"/>
              <a:t>Black</a:t>
            </a:r>
            <a:r>
              <a:rPr lang="en-GB" sz="1600" dirty="0"/>
              <a:t> is GAM spline outputs; </a:t>
            </a:r>
            <a:r>
              <a:rPr lang="en-GB" sz="1600" b="1" u="sng" dirty="0">
                <a:solidFill>
                  <a:srgbClr val="FF0000"/>
                </a:solidFill>
              </a:rPr>
              <a:t>Red</a:t>
            </a:r>
            <a:r>
              <a:rPr lang="en-GB" sz="1600" dirty="0"/>
              <a:t> is the respective slope provided from the LME marginal effects </a:t>
            </a:r>
            <a:endParaRPr lang="en-GB" sz="1600" b="1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55F8A59-E34E-B7A9-6F76-6430C42D7AAC}"/>
              </a:ext>
            </a:extLst>
          </p:cNvPr>
          <p:cNvSpPr txBox="1">
            <a:spLocks/>
          </p:cNvSpPr>
          <p:nvPr/>
        </p:nvSpPr>
        <p:spPr>
          <a:xfrm>
            <a:off x="272546" y="743705"/>
            <a:ext cx="9317402" cy="3026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i="1" u="sng" dirty="0"/>
              <a:t>F4: Seasonal trial-effects (flood by season*trial)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EC4281-29CD-A314-CCAB-D456F5FE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6" y="4591129"/>
            <a:ext cx="2523497" cy="21342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EC749DF-52D8-B702-9E84-06212B183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665" y="4585818"/>
            <a:ext cx="2523497" cy="2134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2F545-2B05-BD2F-2C34-F36520E68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8" y="2778351"/>
            <a:ext cx="2523497" cy="21342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2D6FFD-F412-EDF3-37ED-1CB03DCD3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3" y="965573"/>
            <a:ext cx="2523497" cy="21342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70B090-7E8C-9ADF-35C5-298CFC99A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6967" y="2778351"/>
            <a:ext cx="2523497" cy="2134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441159-F634-5976-5F26-F2D5E5B80F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712" y="965573"/>
            <a:ext cx="2523497" cy="213423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8FD8B11-E7CB-05A5-E552-E16E265B78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4569478"/>
            <a:ext cx="2523498" cy="213423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D91C5BF-E985-8782-E124-8435761F53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8045" y="4582231"/>
            <a:ext cx="2523498" cy="213423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E2D713D-1F8F-F823-21CD-7C3F0E8038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4431" y="2784269"/>
            <a:ext cx="2523498" cy="213423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599A1E6-7F2E-1769-369F-50040B023D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6347" y="2778351"/>
            <a:ext cx="2523498" cy="213423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964A71E-4931-E07F-444C-2E6E46982A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6995" y="971948"/>
            <a:ext cx="2523498" cy="213423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AB778F8-4574-CE0B-C7A4-40B2FE8E7E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135" y="984701"/>
            <a:ext cx="2523498" cy="213423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B7E7450-158C-D6D0-45CC-DF722BD3D059}"/>
              </a:ext>
            </a:extLst>
          </p:cNvPr>
          <p:cNvSpPr txBox="1"/>
          <p:nvPr/>
        </p:nvSpPr>
        <p:spPr>
          <a:xfrm>
            <a:off x="5349471" y="1314417"/>
            <a:ext cx="878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T. Jan/Feb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3EBEE3-65AF-A2A3-6C62-1D1E9796D1F8}"/>
              </a:ext>
            </a:extLst>
          </p:cNvPr>
          <p:cNvSpPr txBox="1"/>
          <p:nvPr/>
        </p:nvSpPr>
        <p:spPr>
          <a:xfrm>
            <a:off x="6651592" y="1294026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4C1B8F-338D-C25B-077D-ADF573014228}"/>
              </a:ext>
            </a:extLst>
          </p:cNvPr>
          <p:cNvSpPr txBox="1"/>
          <p:nvPr/>
        </p:nvSpPr>
        <p:spPr>
          <a:xfrm>
            <a:off x="7729318" y="2371117"/>
            <a:ext cx="862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T.Mar</a:t>
            </a:r>
            <a:r>
              <a:rPr lang="en-GB" sz="1200" b="1" dirty="0"/>
              <a:t>/Apr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2D2353-ADB0-3F81-9334-06CA67778E3E}"/>
              </a:ext>
            </a:extLst>
          </p:cNvPr>
          <p:cNvSpPr txBox="1"/>
          <p:nvPr/>
        </p:nvSpPr>
        <p:spPr>
          <a:xfrm>
            <a:off x="9026911" y="1311890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326C34-A8AA-7D62-6DFE-5D73AAA37CF7}"/>
              </a:ext>
            </a:extLst>
          </p:cNvPr>
          <p:cNvSpPr txBox="1"/>
          <p:nvPr/>
        </p:nvSpPr>
        <p:spPr>
          <a:xfrm>
            <a:off x="5351010" y="3142308"/>
            <a:ext cx="873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T.May</a:t>
            </a:r>
            <a:r>
              <a:rPr lang="en-GB" sz="1200" b="1" dirty="0"/>
              <a:t>/Jun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F891FE-1EF3-2184-1661-94C98AB6667B}"/>
              </a:ext>
            </a:extLst>
          </p:cNvPr>
          <p:cNvSpPr txBox="1"/>
          <p:nvPr/>
        </p:nvSpPr>
        <p:spPr>
          <a:xfrm>
            <a:off x="6168486" y="3121144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53AA03-B074-3BF2-BF87-B4FF67A50F84}"/>
              </a:ext>
            </a:extLst>
          </p:cNvPr>
          <p:cNvSpPr txBox="1"/>
          <p:nvPr/>
        </p:nvSpPr>
        <p:spPr>
          <a:xfrm>
            <a:off x="7705402" y="3137131"/>
            <a:ext cx="807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T.Jul</a:t>
            </a:r>
            <a:r>
              <a:rPr lang="en-GB" sz="1200" b="1" dirty="0"/>
              <a:t>/Aug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F5D62-717F-A0F1-E514-6D77BB93EFC2}"/>
              </a:ext>
            </a:extLst>
          </p:cNvPr>
          <p:cNvSpPr txBox="1"/>
          <p:nvPr/>
        </p:nvSpPr>
        <p:spPr>
          <a:xfrm>
            <a:off x="9118596" y="3125877"/>
            <a:ext cx="623648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D4D307-85CA-F313-1B02-02610D56271E}"/>
              </a:ext>
            </a:extLst>
          </p:cNvPr>
          <p:cNvSpPr txBox="1"/>
          <p:nvPr/>
        </p:nvSpPr>
        <p:spPr>
          <a:xfrm>
            <a:off x="5349471" y="4933465"/>
            <a:ext cx="875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T.Sep</a:t>
            </a:r>
            <a:r>
              <a:rPr lang="en-GB" sz="1200" b="1" dirty="0"/>
              <a:t>/Oct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06FED3-A1C7-6D11-83F4-E5037590BDA3}"/>
              </a:ext>
            </a:extLst>
          </p:cNvPr>
          <p:cNvSpPr txBox="1"/>
          <p:nvPr/>
        </p:nvSpPr>
        <p:spPr>
          <a:xfrm>
            <a:off x="6643088" y="4912585"/>
            <a:ext cx="683526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51BFB8-B6F7-C1FD-0899-6037A5318813}"/>
              </a:ext>
            </a:extLst>
          </p:cNvPr>
          <p:cNvSpPr txBox="1"/>
          <p:nvPr/>
        </p:nvSpPr>
        <p:spPr>
          <a:xfrm>
            <a:off x="7705402" y="4912585"/>
            <a:ext cx="910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T.Nov</a:t>
            </a:r>
            <a:r>
              <a:rPr lang="en-GB" sz="1200" b="1" dirty="0"/>
              <a:t>/Dec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428C40-5484-9794-E375-D9C2A06C849F}"/>
              </a:ext>
            </a:extLst>
          </p:cNvPr>
          <p:cNvSpPr txBox="1"/>
          <p:nvPr/>
        </p:nvSpPr>
        <p:spPr>
          <a:xfrm>
            <a:off x="9026911" y="4915556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5DBA61-4BB8-65B2-755F-7E61190C7B9B}"/>
              </a:ext>
            </a:extLst>
          </p:cNvPr>
          <p:cNvSpPr txBox="1"/>
          <p:nvPr/>
        </p:nvSpPr>
        <p:spPr>
          <a:xfrm>
            <a:off x="445182" y="1311890"/>
            <a:ext cx="917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C. Jan/Feb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D98551-E56A-59D5-A3F2-C268D4F9B0B6}"/>
              </a:ext>
            </a:extLst>
          </p:cNvPr>
          <p:cNvSpPr txBox="1"/>
          <p:nvPr/>
        </p:nvSpPr>
        <p:spPr>
          <a:xfrm>
            <a:off x="1817836" y="1317967"/>
            <a:ext cx="643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F6D18C-A731-5565-EB0C-A1E62E3ED6C5}"/>
              </a:ext>
            </a:extLst>
          </p:cNvPr>
          <p:cNvSpPr txBox="1"/>
          <p:nvPr/>
        </p:nvSpPr>
        <p:spPr>
          <a:xfrm>
            <a:off x="2937242" y="2350882"/>
            <a:ext cx="9014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C.Mar</a:t>
            </a:r>
            <a:r>
              <a:rPr lang="en-GB" sz="1200" b="1" dirty="0"/>
              <a:t>/Apr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45BA8E1-CE2E-4702-4C73-F055F36A7134}"/>
              </a:ext>
            </a:extLst>
          </p:cNvPr>
          <p:cNvSpPr txBox="1"/>
          <p:nvPr/>
        </p:nvSpPr>
        <p:spPr>
          <a:xfrm>
            <a:off x="4225195" y="1317967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A2859C-0BD1-D908-C82F-BF817219AE8E}"/>
              </a:ext>
            </a:extLst>
          </p:cNvPr>
          <p:cNvSpPr txBox="1"/>
          <p:nvPr/>
        </p:nvSpPr>
        <p:spPr>
          <a:xfrm>
            <a:off x="451108" y="3153904"/>
            <a:ext cx="912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C.May</a:t>
            </a:r>
            <a:r>
              <a:rPr lang="en-GB" sz="1200" b="1" dirty="0"/>
              <a:t>/Jun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7519E1-6AAE-B9C1-312D-5B4AA6196CA9}"/>
              </a:ext>
            </a:extLst>
          </p:cNvPr>
          <p:cNvSpPr txBox="1"/>
          <p:nvPr/>
        </p:nvSpPr>
        <p:spPr>
          <a:xfrm>
            <a:off x="1742674" y="3125877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D8BA62-85E6-F777-2EA6-03CE5C9B2933}"/>
              </a:ext>
            </a:extLst>
          </p:cNvPr>
          <p:cNvSpPr txBox="1"/>
          <p:nvPr/>
        </p:nvSpPr>
        <p:spPr>
          <a:xfrm>
            <a:off x="2882320" y="3137130"/>
            <a:ext cx="8469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C.Jul</a:t>
            </a:r>
            <a:r>
              <a:rPr lang="en-GB" sz="1200" b="1" dirty="0"/>
              <a:t>/Aug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921B63-6C4C-A20C-A0E1-347C17D11C2D}"/>
              </a:ext>
            </a:extLst>
          </p:cNvPr>
          <p:cNvSpPr txBox="1"/>
          <p:nvPr/>
        </p:nvSpPr>
        <p:spPr>
          <a:xfrm>
            <a:off x="4214307" y="3149818"/>
            <a:ext cx="623648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244E31-38D3-B616-5413-9770DB683EF3}"/>
              </a:ext>
            </a:extLst>
          </p:cNvPr>
          <p:cNvSpPr txBox="1"/>
          <p:nvPr/>
        </p:nvSpPr>
        <p:spPr>
          <a:xfrm>
            <a:off x="445182" y="4936526"/>
            <a:ext cx="914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C.Sep</a:t>
            </a:r>
            <a:r>
              <a:rPr lang="en-GB" sz="1200" b="1" dirty="0"/>
              <a:t>/Oct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5D5089-4B89-1972-2E1C-06B91003C8E3}"/>
              </a:ext>
            </a:extLst>
          </p:cNvPr>
          <p:cNvSpPr txBox="1"/>
          <p:nvPr/>
        </p:nvSpPr>
        <p:spPr>
          <a:xfrm>
            <a:off x="1717972" y="5802792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CD8CF9-2FB4-D1E0-B52D-A88AC204B1ED}"/>
              </a:ext>
            </a:extLst>
          </p:cNvPr>
          <p:cNvSpPr txBox="1"/>
          <p:nvPr/>
        </p:nvSpPr>
        <p:spPr>
          <a:xfrm>
            <a:off x="2887104" y="4924555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C.Nov</a:t>
            </a:r>
            <a:r>
              <a:rPr lang="en-GB" sz="1200" b="1" dirty="0"/>
              <a:t>/Dec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2908AF-2987-F22D-79EC-8F7F1668FD87}"/>
              </a:ext>
            </a:extLst>
          </p:cNvPr>
          <p:cNvSpPr txBox="1"/>
          <p:nvPr/>
        </p:nvSpPr>
        <p:spPr>
          <a:xfrm>
            <a:off x="4212632" y="4939497"/>
            <a:ext cx="623648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3ED3756-01E9-D645-AEAE-0B3F0357F530}"/>
              </a:ext>
            </a:extLst>
          </p:cNvPr>
          <p:cNvSpPr/>
          <p:nvPr/>
        </p:nvSpPr>
        <p:spPr>
          <a:xfrm>
            <a:off x="4081849" y="688055"/>
            <a:ext cx="5727858" cy="488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NB: The dotted lines are SE’s, not CI’s (those need to be bootstrapped). These are SE’s, which calculated the p values (a complicated process).</a:t>
            </a:r>
          </a:p>
        </p:txBody>
      </p:sp>
    </p:spTree>
    <p:extLst>
      <p:ext uri="{BB962C8B-B14F-4D97-AF65-F5344CB8AC3E}">
        <p14:creationId xmlns:p14="http://schemas.microsoft.com/office/powerpoint/2010/main" val="3508260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9A75B6-C370-88BA-AAFA-532BF7FE0ECE}"/>
              </a:ext>
            </a:extLst>
          </p:cNvPr>
          <p:cNvSpPr txBox="1">
            <a:spLocks/>
          </p:cNvSpPr>
          <p:nvPr/>
        </p:nvSpPr>
        <p:spPr>
          <a:xfrm>
            <a:off x="316052" y="129241"/>
            <a:ext cx="8972005" cy="15333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/>
              <a:t>GAM Model Sensitivity Checks:  </a:t>
            </a:r>
          </a:p>
          <a:p>
            <a:r>
              <a:rPr lang="en-GB" sz="1600" b="1" u="sng" dirty="0"/>
              <a:t>Black</a:t>
            </a:r>
            <a:r>
              <a:rPr lang="en-GB" sz="1600" dirty="0"/>
              <a:t> is GAM spline outputs; </a:t>
            </a:r>
            <a:r>
              <a:rPr lang="en-GB" sz="1600" b="1" u="sng" dirty="0">
                <a:solidFill>
                  <a:srgbClr val="FF0000"/>
                </a:solidFill>
              </a:rPr>
              <a:t>Red</a:t>
            </a:r>
            <a:r>
              <a:rPr lang="en-GB" sz="1600" dirty="0"/>
              <a:t> is the respective slope provided from the LME marginal effects </a:t>
            </a:r>
            <a:endParaRPr lang="en-GB" sz="1600" b="1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55F8A59-E34E-B7A9-6F76-6430C42D7AAC}"/>
              </a:ext>
            </a:extLst>
          </p:cNvPr>
          <p:cNvSpPr txBox="1">
            <a:spLocks/>
          </p:cNvSpPr>
          <p:nvPr/>
        </p:nvSpPr>
        <p:spPr>
          <a:xfrm>
            <a:off x="272546" y="743705"/>
            <a:ext cx="9317402" cy="3026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i="1" u="sng" dirty="0"/>
              <a:t>F4: Seasonal trial-effects (flood by season*trial)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EC4281-29CD-A314-CCAB-D456F5FE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6" y="4591129"/>
            <a:ext cx="2523497" cy="21342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EC749DF-52D8-B702-9E84-06212B183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665" y="4585818"/>
            <a:ext cx="2523497" cy="2134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2F545-2B05-BD2F-2C34-F36520E68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8" y="2778351"/>
            <a:ext cx="2523497" cy="21342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2D6FFD-F412-EDF3-37ED-1CB03DCD3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3" y="965573"/>
            <a:ext cx="2523497" cy="21342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70B090-7E8C-9ADF-35C5-298CFC99A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6967" y="2778351"/>
            <a:ext cx="2523497" cy="2134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441159-F634-5976-5F26-F2D5E5B80F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712" y="965573"/>
            <a:ext cx="2523497" cy="213423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8FD8B11-E7CB-05A5-E552-E16E265B78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4569478"/>
            <a:ext cx="2523498" cy="213423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D91C5BF-E985-8782-E124-8435761F53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8045" y="4582231"/>
            <a:ext cx="2523498" cy="213423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E2D713D-1F8F-F823-21CD-7C3F0E8038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4431" y="2784269"/>
            <a:ext cx="2523498" cy="213423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599A1E6-7F2E-1769-369F-50040B023D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6347" y="2778351"/>
            <a:ext cx="2523498" cy="213423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964A71E-4931-E07F-444C-2E6E46982A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6995" y="971948"/>
            <a:ext cx="2523498" cy="213423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AB778F8-4574-CE0B-C7A4-40B2FE8E7E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135" y="984701"/>
            <a:ext cx="2523498" cy="213423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B7E7450-158C-D6D0-45CC-DF722BD3D059}"/>
              </a:ext>
            </a:extLst>
          </p:cNvPr>
          <p:cNvSpPr txBox="1"/>
          <p:nvPr/>
        </p:nvSpPr>
        <p:spPr>
          <a:xfrm>
            <a:off x="5349471" y="1314417"/>
            <a:ext cx="878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T. Jan/Feb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3EBEE3-65AF-A2A3-6C62-1D1E9796D1F8}"/>
              </a:ext>
            </a:extLst>
          </p:cNvPr>
          <p:cNvSpPr txBox="1"/>
          <p:nvPr/>
        </p:nvSpPr>
        <p:spPr>
          <a:xfrm>
            <a:off x="6681724" y="1294026"/>
            <a:ext cx="683526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4C1B8F-338D-C25B-077D-ADF573014228}"/>
              </a:ext>
            </a:extLst>
          </p:cNvPr>
          <p:cNvSpPr txBox="1"/>
          <p:nvPr/>
        </p:nvSpPr>
        <p:spPr>
          <a:xfrm>
            <a:off x="7729318" y="2371117"/>
            <a:ext cx="862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T.Mar</a:t>
            </a:r>
            <a:r>
              <a:rPr lang="en-GB" sz="1200" b="1" dirty="0"/>
              <a:t>/Apr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2D2353-ADB0-3F81-9334-06CA67778E3E}"/>
              </a:ext>
            </a:extLst>
          </p:cNvPr>
          <p:cNvSpPr txBox="1"/>
          <p:nvPr/>
        </p:nvSpPr>
        <p:spPr>
          <a:xfrm>
            <a:off x="9026911" y="1311890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326C34-A8AA-7D62-6DFE-5D73AAA37CF7}"/>
              </a:ext>
            </a:extLst>
          </p:cNvPr>
          <p:cNvSpPr txBox="1"/>
          <p:nvPr/>
        </p:nvSpPr>
        <p:spPr>
          <a:xfrm>
            <a:off x="5351010" y="3142308"/>
            <a:ext cx="873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T.May</a:t>
            </a:r>
            <a:r>
              <a:rPr lang="en-GB" sz="1200" b="1" dirty="0"/>
              <a:t>/Jun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F891FE-1EF3-2184-1661-94C98AB6667B}"/>
              </a:ext>
            </a:extLst>
          </p:cNvPr>
          <p:cNvSpPr txBox="1"/>
          <p:nvPr/>
        </p:nvSpPr>
        <p:spPr>
          <a:xfrm>
            <a:off x="6168486" y="3121144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53AA03-B074-3BF2-BF87-B4FF67A50F84}"/>
              </a:ext>
            </a:extLst>
          </p:cNvPr>
          <p:cNvSpPr txBox="1"/>
          <p:nvPr/>
        </p:nvSpPr>
        <p:spPr>
          <a:xfrm>
            <a:off x="7705402" y="3137131"/>
            <a:ext cx="807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T.Jul</a:t>
            </a:r>
            <a:r>
              <a:rPr lang="en-GB" sz="1200" b="1" dirty="0"/>
              <a:t>/Aug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F5D62-717F-A0F1-E514-6D77BB93EFC2}"/>
              </a:ext>
            </a:extLst>
          </p:cNvPr>
          <p:cNvSpPr txBox="1"/>
          <p:nvPr/>
        </p:nvSpPr>
        <p:spPr>
          <a:xfrm>
            <a:off x="9118596" y="3125877"/>
            <a:ext cx="623648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D4D307-85CA-F313-1B02-02610D56271E}"/>
              </a:ext>
            </a:extLst>
          </p:cNvPr>
          <p:cNvSpPr txBox="1"/>
          <p:nvPr/>
        </p:nvSpPr>
        <p:spPr>
          <a:xfrm>
            <a:off x="5349471" y="4933465"/>
            <a:ext cx="875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T.Sep</a:t>
            </a:r>
            <a:r>
              <a:rPr lang="en-GB" sz="1200" b="1" dirty="0"/>
              <a:t>/Oct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06FED3-A1C7-6D11-83F4-E5037590BDA3}"/>
              </a:ext>
            </a:extLst>
          </p:cNvPr>
          <p:cNvSpPr txBox="1"/>
          <p:nvPr/>
        </p:nvSpPr>
        <p:spPr>
          <a:xfrm>
            <a:off x="6643088" y="4912585"/>
            <a:ext cx="683526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51BFB8-B6F7-C1FD-0899-6037A5318813}"/>
              </a:ext>
            </a:extLst>
          </p:cNvPr>
          <p:cNvSpPr txBox="1"/>
          <p:nvPr/>
        </p:nvSpPr>
        <p:spPr>
          <a:xfrm>
            <a:off x="7705402" y="4912585"/>
            <a:ext cx="910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T.Nov</a:t>
            </a:r>
            <a:r>
              <a:rPr lang="en-GB" sz="1200" b="1" dirty="0"/>
              <a:t>/Dec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428C40-5484-9794-E375-D9C2A06C849F}"/>
              </a:ext>
            </a:extLst>
          </p:cNvPr>
          <p:cNvSpPr txBox="1"/>
          <p:nvPr/>
        </p:nvSpPr>
        <p:spPr>
          <a:xfrm>
            <a:off x="9026911" y="4915556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5DBA61-4BB8-65B2-755F-7E61190C7B9B}"/>
              </a:ext>
            </a:extLst>
          </p:cNvPr>
          <p:cNvSpPr txBox="1"/>
          <p:nvPr/>
        </p:nvSpPr>
        <p:spPr>
          <a:xfrm>
            <a:off x="445182" y="1311890"/>
            <a:ext cx="917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C. Jan/Feb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D98551-E56A-59D5-A3F2-C268D4F9B0B6}"/>
              </a:ext>
            </a:extLst>
          </p:cNvPr>
          <p:cNvSpPr txBox="1"/>
          <p:nvPr/>
        </p:nvSpPr>
        <p:spPr>
          <a:xfrm>
            <a:off x="1817836" y="1317967"/>
            <a:ext cx="643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F6D18C-A731-5565-EB0C-A1E62E3ED6C5}"/>
              </a:ext>
            </a:extLst>
          </p:cNvPr>
          <p:cNvSpPr txBox="1"/>
          <p:nvPr/>
        </p:nvSpPr>
        <p:spPr>
          <a:xfrm>
            <a:off x="2937242" y="2350882"/>
            <a:ext cx="9014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C.Mar</a:t>
            </a:r>
            <a:r>
              <a:rPr lang="en-GB" sz="1200" b="1" dirty="0"/>
              <a:t>/Apr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45BA8E1-CE2E-4702-4C73-F055F36A7134}"/>
              </a:ext>
            </a:extLst>
          </p:cNvPr>
          <p:cNvSpPr txBox="1"/>
          <p:nvPr/>
        </p:nvSpPr>
        <p:spPr>
          <a:xfrm>
            <a:off x="4225195" y="1317967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A2859C-0BD1-D908-C82F-BF817219AE8E}"/>
              </a:ext>
            </a:extLst>
          </p:cNvPr>
          <p:cNvSpPr txBox="1"/>
          <p:nvPr/>
        </p:nvSpPr>
        <p:spPr>
          <a:xfrm>
            <a:off x="451108" y="3153904"/>
            <a:ext cx="912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C.May</a:t>
            </a:r>
            <a:r>
              <a:rPr lang="en-GB" sz="1200" b="1" dirty="0"/>
              <a:t>/Jun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7519E1-6AAE-B9C1-312D-5B4AA6196CA9}"/>
              </a:ext>
            </a:extLst>
          </p:cNvPr>
          <p:cNvSpPr txBox="1"/>
          <p:nvPr/>
        </p:nvSpPr>
        <p:spPr>
          <a:xfrm>
            <a:off x="1772806" y="3125877"/>
            <a:ext cx="683526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D8BA62-85E6-F777-2EA6-03CE5C9B2933}"/>
              </a:ext>
            </a:extLst>
          </p:cNvPr>
          <p:cNvSpPr txBox="1"/>
          <p:nvPr/>
        </p:nvSpPr>
        <p:spPr>
          <a:xfrm>
            <a:off x="2882320" y="3137130"/>
            <a:ext cx="8469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C.Jul</a:t>
            </a:r>
            <a:r>
              <a:rPr lang="en-GB" sz="1200" b="1" dirty="0"/>
              <a:t>/Aug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921B63-6C4C-A20C-A0E1-347C17D11C2D}"/>
              </a:ext>
            </a:extLst>
          </p:cNvPr>
          <p:cNvSpPr txBox="1"/>
          <p:nvPr/>
        </p:nvSpPr>
        <p:spPr>
          <a:xfrm>
            <a:off x="4214307" y="3149818"/>
            <a:ext cx="623648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244E31-38D3-B616-5413-9770DB683EF3}"/>
              </a:ext>
            </a:extLst>
          </p:cNvPr>
          <p:cNvSpPr txBox="1"/>
          <p:nvPr/>
        </p:nvSpPr>
        <p:spPr>
          <a:xfrm>
            <a:off x="445182" y="4936526"/>
            <a:ext cx="914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C.Sep</a:t>
            </a:r>
            <a:r>
              <a:rPr lang="en-GB" sz="1200" b="1" dirty="0"/>
              <a:t>/Oct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5D5089-4B89-1972-2E1C-06B91003C8E3}"/>
              </a:ext>
            </a:extLst>
          </p:cNvPr>
          <p:cNvSpPr txBox="1"/>
          <p:nvPr/>
        </p:nvSpPr>
        <p:spPr>
          <a:xfrm>
            <a:off x="1717972" y="5802792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CD8CF9-2FB4-D1E0-B52D-A88AC204B1ED}"/>
              </a:ext>
            </a:extLst>
          </p:cNvPr>
          <p:cNvSpPr txBox="1"/>
          <p:nvPr/>
        </p:nvSpPr>
        <p:spPr>
          <a:xfrm>
            <a:off x="2887104" y="4924555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C.Nov</a:t>
            </a:r>
            <a:r>
              <a:rPr lang="en-GB" sz="1200" b="1" dirty="0"/>
              <a:t>/Dec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2908AF-2987-F22D-79EC-8F7F1668FD87}"/>
              </a:ext>
            </a:extLst>
          </p:cNvPr>
          <p:cNvSpPr txBox="1"/>
          <p:nvPr/>
        </p:nvSpPr>
        <p:spPr>
          <a:xfrm>
            <a:off x="4212632" y="4939497"/>
            <a:ext cx="623648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B914EEB-744B-C557-D456-EC6338D38A76}"/>
              </a:ext>
            </a:extLst>
          </p:cNvPr>
          <p:cNvSpPr/>
          <p:nvPr/>
        </p:nvSpPr>
        <p:spPr>
          <a:xfrm>
            <a:off x="0" y="1046322"/>
            <a:ext cx="9906000" cy="5811678"/>
          </a:xfrm>
          <a:custGeom>
            <a:avLst/>
            <a:gdLst>
              <a:gd name="connsiteX0" fmla="*/ 7330799 w 9906000"/>
              <a:gd name="connsiteY0" fmla="*/ 134967 h 5811678"/>
              <a:gd name="connsiteX1" fmla="*/ 7330799 w 9906000"/>
              <a:gd name="connsiteY1" fmla="*/ 2053485 h 5811678"/>
              <a:gd name="connsiteX2" fmla="*/ 9781067 w 9906000"/>
              <a:gd name="connsiteY2" fmla="*/ 2053485 h 5811678"/>
              <a:gd name="connsiteX3" fmla="*/ 9781067 w 9906000"/>
              <a:gd name="connsiteY3" fmla="*/ 134967 h 5811678"/>
              <a:gd name="connsiteX4" fmla="*/ 2502732 w 9906000"/>
              <a:gd name="connsiteY4" fmla="*/ 134967 h 5811678"/>
              <a:gd name="connsiteX5" fmla="*/ 2502732 w 9906000"/>
              <a:gd name="connsiteY5" fmla="*/ 2053485 h 5811678"/>
              <a:gd name="connsiteX6" fmla="*/ 4953000 w 9906000"/>
              <a:gd name="connsiteY6" fmla="*/ 2053485 h 5811678"/>
              <a:gd name="connsiteX7" fmla="*/ 4953000 w 9906000"/>
              <a:gd name="connsiteY7" fmla="*/ 134967 h 5811678"/>
              <a:gd name="connsiteX8" fmla="*/ 0 w 9906000"/>
              <a:gd name="connsiteY8" fmla="*/ 0 h 5811678"/>
              <a:gd name="connsiteX9" fmla="*/ 9906000 w 9906000"/>
              <a:gd name="connsiteY9" fmla="*/ 0 h 5811678"/>
              <a:gd name="connsiteX10" fmla="*/ 9906000 w 9906000"/>
              <a:gd name="connsiteY10" fmla="*/ 5811678 h 5811678"/>
              <a:gd name="connsiteX11" fmla="*/ 0 w 9906000"/>
              <a:gd name="connsiteY11" fmla="*/ 5811678 h 5811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906000" h="5811678">
                <a:moveTo>
                  <a:pt x="7330799" y="134967"/>
                </a:moveTo>
                <a:lnTo>
                  <a:pt x="7330799" y="2053485"/>
                </a:lnTo>
                <a:lnTo>
                  <a:pt x="9781067" y="2053485"/>
                </a:lnTo>
                <a:lnTo>
                  <a:pt x="9781067" y="134967"/>
                </a:lnTo>
                <a:close/>
                <a:moveTo>
                  <a:pt x="2502732" y="134967"/>
                </a:moveTo>
                <a:lnTo>
                  <a:pt x="2502732" y="2053485"/>
                </a:lnTo>
                <a:lnTo>
                  <a:pt x="4953000" y="2053485"/>
                </a:lnTo>
                <a:lnTo>
                  <a:pt x="4953000" y="134967"/>
                </a:lnTo>
                <a:close/>
                <a:moveTo>
                  <a:pt x="0" y="0"/>
                </a:moveTo>
                <a:lnTo>
                  <a:pt x="9906000" y="0"/>
                </a:lnTo>
                <a:lnTo>
                  <a:pt x="9906000" y="5811678"/>
                </a:lnTo>
                <a:lnTo>
                  <a:pt x="0" y="5811678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98D810-7124-5A88-4F35-10CDC8C98EB1}"/>
              </a:ext>
            </a:extLst>
          </p:cNvPr>
          <p:cNvSpPr/>
          <p:nvPr/>
        </p:nvSpPr>
        <p:spPr>
          <a:xfrm>
            <a:off x="2502732" y="1181289"/>
            <a:ext cx="2450268" cy="19185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10A690-284A-E7B4-CE6A-9DC65308DF49}"/>
              </a:ext>
            </a:extLst>
          </p:cNvPr>
          <p:cNvSpPr/>
          <p:nvPr/>
        </p:nvSpPr>
        <p:spPr>
          <a:xfrm>
            <a:off x="7330799" y="1181289"/>
            <a:ext cx="2450268" cy="19185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32308B-EF83-CCEC-88DB-20CB1E525296}"/>
              </a:ext>
            </a:extLst>
          </p:cNvPr>
          <p:cNvSpPr/>
          <p:nvPr/>
        </p:nvSpPr>
        <p:spPr>
          <a:xfrm>
            <a:off x="386087" y="1436868"/>
            <a:ext cx="1849088" cy="674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This is a more extreme decrease than initial model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2EC6B3-E767-137E-A4C2-C3CD39E412A8}"/>
              </a:ext>
            </a:extLst>
          </p:cNvPr>
          <p:cNvSpPr/>
          <p:nvPr/>
        </p:nvSpPr>
        <p:spPr>
          <a:xfrm>
            <a:off x="7631389" y="3239102"/>
            <a:ext cx="1849088" cy="1148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This seems to suggest that the HFP acts as a buffer to the impacts of flooding on diets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6F7BA1-BCD8-D814-EDAF-85C9A63408BA}"/>
              </a:ext>
            </a:extLst>
          </p:cNvPr>
          <p:cNvSpPr/>
          <p:nvPr/>
        </p:nvSpPr>
        <p:spPr>
          <a:xfrm>
            <a:off x="2799873" y="3194997"/>
            <a:ext cx="1849088" cy="1154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The wide standard errors reflect what we know about the data (there are no values &gt;4% in Mar/Apr)</a:t>
            </a:r>
          </a:p>
        </p:txBody>
      </p:sp>
    </p:spTree>
    <p:extLst>
      <p:ext uri="{BB962C8B-B14F-4D97-AF65-F5344CB8AC3E}">
        <p14:creationId xmlns:p14="http://schemas.microsoft.com/office/powerpoint/2010/main" val="200305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9A75B6-C370-88BA-AAFA-532BF7FE0ECE}"/>
              </a:ext>
            </a:extLst>
          </p:cNvPr>
          <p:cNvSpPr txBox="1">
            <a:spLocks/>
          </p:cNvSpPr>
          <p:nvPr/>
        </p:nvSpPr>
        <p:spPr>
          <a:xfrm>
            <a:off x="316052" y="129241"/>
            <a:ext cx="8972005" cy="15333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/>
              <a:t>GAM Model Sensitivity Checks:  </a:t>
            </a:r>
          </a:p>
          <a:p>
            <a:r>
              <a:rPr lang="en-GB" sz="1600" b="1" u="sng" dirty="0"/>
              <a:t>Black</a:t>
            </a:r>
            <a:r>
              <a:rPr lang="en-GB" sz="1600" dirty="0"/>
              <a:t> is GAM spline outputs; </a:t>
            </a:r>
            <a:r>
              <a:rPr lang="en-GB" sz="1600" b="1" u="sng" dirty="0">
                <a:solidFill>
                  <a:srgbClr val="FF0000"/>
                </a:solidFill>
              </a:rPr>
              <a:t>Red</a:t>
            </a:r>
            <a:r>
              <a:rPr lang="en-GB" sz="1600" dirty="0"/>
              <a:t> is the respective slope provided from the LME marginal effects </a:t>
            </a:r>
            <a:endParaRPr lang="en-GB" sz="1600" b="1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55F8A59-E34E-B7A9-6F76-6430C42D7AAC}"/>
              </a:ext>
            </a:extLst>
          </p:cNvPr>
          <p:cNvSpPr txBox="1">
            <a:spLocks/>
          </p:cNvSpPr>
          <p:nvPr/>
        </p:nvSpPr>
        <p:spPr>
          <a:xfrm>
            <a:off x="272546" y="743705"/>
            <a:ext cx="9317402" cy="3026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i="1" u="sng" dirty="0"/>
              <a:t>F4: Seasonal trial-effects (flood by season*trial)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EC4281-29CD-A314-CCAB-D456F5FE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6" y="4591129"/>
            <a:ext cx="2523497" cy="21342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EC749DF-52D8-B702-9E84-06212B183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665" y="4585818"/>
            <a:ext cx="2523497" cy="2134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2F545-2B05-BD2F-2C34-F36520E68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8" y="2778351"/>
            <a:ext cx="2523497" cy="21342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2D6FFD-F412-EDF3-37ED-1CB03DCD3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3" y="965573"/>
            <a:ext cx="2523497" cy="21342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70B090-7E8C-9ADF-35C5-298CFC99A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6967" y="2778351"/>
            <a:ext cx="2523497" cy="2134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441159-F634-5976-5F26-F2D5E5B80F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712" y="965573"/>
            <a:ext cx="2523497" cy="213423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8FD8B11-E7CB-05A5-E552-E16E265B78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4569478"/>
            <a:ext cx="2523498" cy="213423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D91C5BF-E985-8782-E124-8435761F53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8045" y="4582231"/>
            <a:ext cx="2523498" cy="213423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E2D713D-1F8F-F823-21CD-7C3F0E8038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4431" y="2784269"/>
            <a:ext cx="2523498" cy="213423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599A1E6-7F2E-1769-369F-50040B023D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6347" y="2778351"/>
            <a:ext cx="2523498" cy="213423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964A71E-4931-E07F-444C-2E6E46982A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6995" y="971948"/>
            <a:ext cx="2523498" cy="213423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AB778F8-4574-CE0B-C7A4-40B2FE8E7E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135" y="984701"/>
            <a:ext cx="2523498" cy="213423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B7E7450-158C-D6D0-45CC-DF722BD3D059}"/>
              </a:ext>
            </a:extLst>
          </p:cNvPr>
          <p:cNvSpPr txBox="1"/>
          <p:nvPr/>
        </p:nvSpPr>
        <p:spPr>
          <a:xfrm>
            <a:off x="5349471" y="1314417"/>
            <a:ext cx="878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T. Jan/Feb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3EBEE3-65AF-A2A3-6C62-1D1E9796D1F8}"/>
              </a:ext>
            </a:extLst>
          </p:cNvPr>
          <p:cNvSpPr txBox="1"/>
          <p:nvPr/>
        </p:nvSpPr>
        <p:spPr>
          <a:xfrm>
            <a:off x="6681724" y="1294026"/>
            <a:ext cx="683526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4C1B8F-338D-C25B-077D-ADF573014228}"/>
              </a:ext>
            </a:extLst>
          </p:cNvPr>
          <p:cNvSpPr txBox="1"/>
          <p:nvPr/>
        </p:nvSpPr>
        <p:spPr>
          <a:xfrm>
            <a:off x="7729318" y="2371117"/>
            <a:ext cx="862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T.Mar</a:t>
            </a:r>
            <a:r>
              <a:rPr lang="en-GB" sz="1200" b="1" dirty="0"/>
              <a:t>/Apr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2D2353-ADB0-3F81-9334-06CA67778E3E}"/>
              </a:ext>
            </a:extLst>
          </p:cNvPr>
          <p:cNvSpPr txBox="1"/>
          <p:nvPr/>
        </p:nvSpPr>
        <p:spPr>
          <a:xfrm>
            <a:off x="9057043" y="1311890"/>
            <a:ext cx="683526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326C34-A8AA-7D62-6DFE-5D73AAA37CF7}"/>
              </a:ext>
            </a:extLst>
          </p:cNvPr>
          <p:cNvSpPr txBox="1"/>
          <p:nvPr/>
        </p:nvSpPr>
        <p:spPr>
          <a:xfrm>
            <a:off x="5351010" y="3142308"/>
            <a:ext cx="873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T.May</a:t>
            </a:r>
            <a:r>
              <a:rPr lang="en-GB" sz="1200" b="1" dirty="0"/>
              <a:t>/Jun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F891FE-1EF3-2184-1661-94C98AB6667B}"/>
              </a:ext>
            </a:extLst>
          </p:cNvPr>
          <p:cNvSpPr txBox="1"/>
          <p:nvPr/>
        </p:nvSpPr>
        <p:spPr>
          <a:xfrm>
            <a:off x="6168486" y="3121144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53AA03-B074-3BF2-BF87-B4FF67A50F84}"/>
              </a:ext>
            </a:extLst>
          </p:cNvPr>
          <p:cNvSpPr txBox="1"/>
          <p:nvPr/>
        </p:nvSpPr>
        <p:spPr>
          <a:xfrm>
            <a:off x="7705402" y="3137131"/>
            <a:ext cx="807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T.Jul</a:t>
            </a:r>
            <a:r>
              <a:rPr lang="en-GB" sz="1200" b="1" dirty="0"/>
              <a:t>/Aug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F5D62-717F-A0F1-E514-6D77BB93EFC2}"/>
              </a:ext>
            </a:extLst>
          </p:cNvPr>
          <p:cNvSpPr txBox="1"/>
          <p:nvPr/>
        </p:nvSpPr>
        <p:spPr>
          <a:xfrm>
            <a:off x="9118596" y="3125877"/>
            <a:ext cx="623648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D4D307-85CA-F313-1B02-02610D56271E}"/>
              </a:ext>
            </a:extLst>
          </p:cNvPr>
          <p:cNvSpPr txBox="1"/>
          <p:nvPr/>
        </p:nvSpPr>
        <p:spPr>
          <a:xfrm>
            <a:off x="5349471" y="4933465"/>
            <a:ext cx="875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T.Sep</a:t>
            </a:r>
            <a:r>
              <a:rPr lang="en-GB" sz="1200" b="1" dirty="0"/>
              <a:t>/Oct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06FED3-A1C7-6D11-83F4-E5037590BDA3}"/>
              </a:ext>
            </a:extLst>
          </p:cNvPr>
          <p:cNvSpPr txBox="1"/>
          <p:nvPr/>
        </p:nvSpPr>
        <p:spPr>
          <a:xfrm>
            <a:off x="6643088" y="4912585"/>
            <a:ext cx="683526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51BFB8-B6F7-C1FD-0899-6037A5318813}"/>
              </a:ext>
            </a:extLst>
          </p:cNvPr>
          <p:cNvSpPr txBox="1"/>
          <p:nvPr/>
        </p:nvSpPr>
        <p:spPr>
          <a:xfrm>
            <a:off x="7705402" y="4912585"/>
            <a:ext cx="910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T.Nov</a:t>
            </a:r>
            <a:r>
              <a:rPr lang="en-GB" sz="1200" b="1" dirty="0"/>
              <a:t>/Dec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428C40-5484-9794-E375-D9C2A06C849F}"/>
              </a:ext>
            </a:extLst>
          </p:cNvPr>
          <p:cNvSpPr txBox="1"/>
          <p:nvPr/>
        </p:nvSpPr>
        <p:spPr>
          <a:xfrm>
            <a:off x="9026911" y="4915556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5DBA61-4BB8-65B2-755F-7E61190C7B9B}"/>
              </a:ext>
            </a:extLst>
          </p:cNvPr>
          <p:cNvSpPr txBox="1"/>
          <p:nvPr/>
        </p:nvSpPr>
        <p:spPr>
          <a:xfrm>
            <a:off x="445182" y="1311890"/>
            <a:ext cx="917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C. Jan/Feb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D98551-E56A-59D5-A3F2-C268D4F9B0B6}"/>
              </a:ext>
            </a:extLst>
          </p:cNvPr>
          <p:cNvSpPr txBox="1"/>
          <p:nvPr/>
        </p:nvSpPr>
        <p:spPr>
          <a:xfrm>
            <a:off x="1817836" y="1317967"/>
            <a:ext cx="643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F6D18C-A731-5565-EB0C-A1E62E3ED6C5}"/>
              </a:ext>
            </a:extLst>
          </p:cNvPr>
          <p:cNvSpPr txBox="1"/>
          <p:nvPr/>
        </p:nvSpPr>
        <p:spPr>
          <a:xfrm>
            <a:off x="2937242" y="2350882"/>
            <a:ext cx="9014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C.Mar</a:t>
            </a:r>
            <a:r>
              <a:rPr lang="en-GB" sz="1200" b="1" dirty="0"/>
              <a:t>/Apr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45BA8E1-CE2E-4702-4C73-F055F36A7134}"/>
              </a:ext>
            </a:extLst>
          </p:cNvPr>
          <p:cNvSpPr txBox="1"/>
          <p:nvPr/>
        </p:nvSpPr>
        <p:spPr>
          <a:xfrm>
            <a:off x="4225195" y="1317967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A2859C-0BD1-D908-C82F-BF817219AE8E}"/>
              </a:ext>
            </a:extLst>
          </p:cNvPr>
          <p:cNvSpPr txBox="1"/>
          <p:nvPr/>
        </p:nvSpPr>
        <p:spPr>
          <a:xfrm>
            <a:off x="451108" y="3153904"/>
            <a:ext cx="912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C.May</a:t>
            </a:r>
            <a:r>
              <a:rPr lang="en-GB" sz="1200" b="1" dirty="0"/>
              <a:t>/Jun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7519E1-6AAE-B9C1-312D-5B4AA6196CA9}"/>
              </a:ext>
            </a:extLst>
          </p:cNvPr>
          <p:cNvSpPr txBox="1"/>
          <p:nvPr/>
        </p:nvSpPr>
        <p:spPr>
          <a:xfrm>
            <a:off x="1742674" y="3125877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D8BA62-85E6-F777-2EA6-03CE5C9B2933}"/>
              </a:ext>
            </a:extLst>
          </p:cNvPr>
          <p:cNvSpPr txBox="1"/>
          <p:nvPr/>
        </p:nvSpPr>
        <p:spPr>
          <a:xfrm>
            <a:off x="2882320" y="3137130"/>
            <a:ext cx="8469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C.Jul</a:t>
            </a:r>
            <a:r>
              <a:rPr lang="en-GB" sz="1200" b="1" dirty="0"/>
              <a:t>/Aug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921B63-6C4C-A20C-A0E1-347C17D11C2D}"/>
              </a:ext>
            </a:extLst>
          </p:cNvPr>
          <p:cNvSpPr txBox="1"/>
          <p:nvPr/>
        </p:nvSpPr>
        <p:spPr>
          <a:xfrm>
            <a:off x="4214307" y="3149818"/>
            <a:ext cx="623648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244E31-38D3-B616-5413-9770DB683EF3}"/>
              </a:ext>
            </a:extLst>
          </p:cNvPr>
          <p:cNvSpPr txBox="1"/>
          <p:nvPr/>
        </p:nvSpPr>
        <p:spPr>
          <a:xfrm>
            <a:off x="445182" y="4936526"/>
            <a:ext cx="914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C.Sep</a:t>
            </a:r>
            <a:r>
              <a:rPr lang="en-GB" sz="1200" b="1" dirty="0"/>
              <a:t>/Oct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5D5089-4B89-1972-2E1C-06B91003C8E3}"/>
              </a:ext>
            </a:extLst>
          </p:cNvPr>
          <p:cNvSpPr txBox="1"/>
          <p:nvPr/>
        </p:nvSpPr>
        <p:spPr>
          <a:xfrm>
            <a:off x="1717972" y="5802792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CD8CF9-2FB4-D1E0-B52D-A88AC204B1ED}"/>
              </a:ext>
            </a:extLst>
          </p:cNvPr>
          <p:cNvSpPr txBox="1"/>
          <p:nvPr/>
        </p:nvSpPr>
        <p:spPr>
          <a:xfrm>
            <a:off x="2887104" y="4924555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C.Nov</a:t>
            </a:r>
            <a:r>
              <a:rPr lang="en-GB" sz="1200" b="1" dirty="0"/>
              <a:t>/Dec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2908AF-2987-F22D-79EC-8F7F1668FD87}"/>
              </a:ext>
            </a:extLst>
          </p:cNvPr>
          <p:cNvSpPr txBox="1"/>
          <p:nvPr/>
        </p:nvSpPr>
        <p:spPr>
          <a:xfrm>
            <a:off x="4212632" y="4939497"/>
            <a:ext cx="623648" cy="451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B844B4B-295D-AA6E-64AE-9FB2506104DD}"/>
              </a:ext>
            </a:extLst>
          </p:cNvPr>
          <p:cNvSpPr/>
          <p:nvPr/>
        </p:nvSpPr>
        <p:spPr>
          <a:xfrm>
            <a:off x="0" y="1152525"/>
            <a:ext cx="9906000" cy="5705475"/>
          </a:xfrm>
          <a:custGeom>
            <a:avLst/>
            <a:gdLst>
              <a:gd name="connsiteX0" fmla="*/ 4925009 w 9906000"/>
              <a:gd name="connsiteY0" fmla="*/ 1886066 h 5705475"/>
              <a:gd name="connsiteX1" fmla="*/ 4925009 w 9906000"/>
              <a:gd name="connsiteY1" fmla="*/ 3751890 h 5705475"/>
              <a:gd name="connsiteX2" fmla="*/ 7375277 w 9906000"/>
              <a:gd name="connsiteY2" fmla="*/ 3751890 h 5705475"/>
              <a:gd name="connsiteX3" fmla="*/ 7375277 w 9906000"/>
              <a:gd name="connsiteY3" fmla="*/ 1886066 h 5705475"/>
              <a:gd name="connsiteX4" fmla="*/ 30339 w 9906000"/>
              <a:gd name="connsiteY4" fmla="*/ 1886066 h 5705475"/>
              <a:gd name="connsiteX5" fmla="*/ 30339 w 9906000"/>
              <a:gd name="connsiteY5" fmla="*/ 3751890 h 5705475"/>
              <a:gd name="connsiteX6" fmla="*/ 2480608 w 9906000"/>
              <a:gd name="connsiteY6" fmla="*/ 3751890 h 5705475"/>
              <a:gd name="connsiteX7" fmla="*/ 2480608 w 9906000"/>
              <a:gd name="connsiteY7" fmla="*/ 1886066 h 5705475"/>
              <a:gd name="connsiteX8" fmla="*/ 0 w 9906000"/>
              <a:gd name="connsiteY8" fmla="*/ 0 h 5705475"/>
              <a:gd name="connsiteX9" fmla="*/ 9906000 w 9906000"/>
              <a:gd name="connsiteY9" fmla="*/ 0 h 5705475"/>
              <a:gd name="connsiteX10" fmla="*/ 9906000 w 9906000"/>
              <a:gd name="connsiteY10" fmla="*/ 5705475 h 5705475"/>
              <a:gd name="connsiteX11" fmla="*/ 0 w 9906000"/>
              <a:gd name="connsiteY11" fmla="*/ 5705475 h 570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906000" h="5705475">
                <a:moveTo>
                  <a:pt x="4925009" y="1886066"/>
                </a:moveTo>
                <a:lnTo>
                  <a:pt x="4925009" y="3751890"/>
                </a:lnTo>
                <a:lnTo>
                  <a:pt x="7375277" y="3751890"/>
                </a:lnTo>
                <a:lnTo>
                  <a:pt x="7375277" y="1886066"/>
                </a:lnTo>
                <a:close/>
                <a:moveTo>
                  <a:pt x="30339" y="1886066"/>
                </a:moveTo>
                <a:lnTo>
                  <a:pt x="30339" y="3751890"/>
                </a:lnTo>
                <a:lnTo>
                  <a:pt x="2480608" y="3751890"/>
                </a:lnTo>
                <a:lnTo>
                  <a:pt x="2480608" y="1886066"/>
                </a:lnTo>
                <a:close/>
                <a:moveTo>
                  <a:pt x="0" y="0"/>
                </a:moveTo>
                <a:lnTo>
                  <a:pt x="9906000" y="0"/>
                </a:lnTo>
                <a:lnTo>
                  <a:pt x="9906000" y="5705475"/>
                </a:lnTo>
                <a:lnTo>
                  <a:pt x="0" y="5705475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AB3F9D-4E64-30AD-1FB0-61940317C4F1}"/>
              </a:ext>
            </a:extLst>
          </p:cNvPr>
          <p:cNvSpPr/>
          <p:nvPr/>
        </p:nvSpPr>
        <p:spPr>
          <a:xfrm>
            <a:off x="30339" y="3038591"/>
            <a:ext cx="2450268" cy="18658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47D280-B7B9-0F0C-C495-35AC73A7F2AA}"/>
              </a:ext>
            </a:extLst>
          </p:cNvPr>
          <p:cNvSpPr/>
          <p:nvPr/>
        </p:nvSpPr>
        <p:spPr>
          <a:xfrm>
            <a:off x="4925009" y="3038591"/>
            <a:ext cx="2450268" cy="18658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FD2101-B5BF-ED4F-C262-77A0ADDBA9E4}"/>
              </a:ext>
            </a:extLst>
          </p:cNvPr>
          <p:cNvSpPr/>
          <p:nvPr/>
        </p:nvSpPr>
        <p:spPr>
          <a:xfrm>
            <a:off x="337671" y="2185494"/>
            <a:ext cx="1849088" cy="674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This matches well to the initial model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8B8985-AA73-23F2-AC08-D47C60174144}"/>
              </a:ext>
            </a:extLst>
          </p:cNvPr>
          <p:cNvSpPr/>
          <p:nvPr/>
        </p:nvSpPr>
        <p:spPr>
          <a:xfrm>
            <a:off x="5308222" y="1778369"/>
            <a:ext cx="1849088" cy="1113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This seems to suggest that the HFP acts as a buffer to the impacts of flooding on diets</a:t>
            </a:r>
          </a:p>
        </p:txBody>
      </p:sp>
    </p:spTree>
    <p:extLst>
      <p:ext uri="{BB962C8B-B14F-4D97-AF65-F5344CB8AC3E}">
        <p14:creationId xmlns:p14="http://schemas.microsoft.com/office/powerpoint/2010/main" val="86780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9A75B6-C370-88BA-AAFA-532BF7FE0ECE}"/>
              </a:ext>
            </a:extLst>
          </p:cNvPr>
          <p:cNvSpPr txBox="1">
            <a:spLocks/>
          </p:cNvSpPr>
          <p:nvPr/>
        </p:nvSpPr>
        <p:spPr>
          <a:xfrm>
            <a:off x="316052" y="129241"/>
            <a:ext cx="8972005" cy="15333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b="1" dirty="0"/>
              <a:t>GAM Model Sensitivity Checks:  </a:t>
            </a:r>
          </a:p>
          <a:p>
            <a:r>
              <a:rPr lang="en-GB" sz="1600" b="1" u="sng" dirty="0"/>
              <a:t>Black</a:t>
            </a:r>
            <a:r>
              <a:rPr lang="en-GB" sz="1600" dirty="0"/>
              <a:t> is GAM spline outputs; </a:t>
            </a:r>
            <a:r>
              <a:rPr lang="en-GB" sz="1600" b="1" u="sng" dirty="0">
                <a:solidFill>
                  <a:srgbClr val="FF0000"/>
                </a:solidFill>
              </a:rPr>
              <a:t>Red</a:t>
            </a:r>
            <a:r>
              <a:rPr lang="en-GB" sz="1600" dirty="0"/>
              <a:t> is the respective slope provided from the LME marginal effects </a:t>
            </a:r>
            <a:endParaRPr lang="en-GB" sz="1600" b="1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55F8A59-E34E-B7A9-6F76-6430C42D7AAC}"/>
              </a:ext>
            </a:extLst>
          </p:cNvPr>
          <p:cNvSpPr txBox="1">
            <a:spLocks/>
          </p:cNvSpPr>
          <p:nvPr/>
        </p:nvSpPr>
        <p:spPr>
          <a:xfrm>
            <a:off x="272546" y="743705"/>
            <a:ext cx="9317402" cy="3026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i="1" u="sng" dirty="0"/>
              <a:t>F4: Seasonal trial-effects (flood by season*trial)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EC4281-29CD-A314-CCAB-D456F5FE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6" y="4591129"/>
            <a:ext cx="2523497" cy="21342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EC749DF-52D8-B702-9E84-06212B183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665" y="4585818"/>
            <a:ext cx="2523497" cy="2134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2F545-2B05-BD2F-2C34-F36520E68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8" y="2778351"/>
            <a:ext cx="2523497" cy="21342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2D6FFD-F412-EDF3-37ED-1CB03DCD3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3" y="965573"/>
            <a:ext cx="2523497" cy="21342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70B090-7E8C-9ADF-35C5-298CFC99A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6967" y="2778351"/>
            <a:ext cx="2523497" cy="2134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441159-F634-5976-5F26-F2D5E5B80F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712" y="965573"/>
            <a:ext cx="2523497" cy="213423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8FD8B11-E7CB-05A5-E552-E16E265B78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4569478"/>
            <a:ext cx="2523498" cy="213423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D91C5BF-E985-8782-E124-8435761F53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8045" y="4582231"/>
            <a:ext cx="2523498" cy="213423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E2D713D-1F8F-F823-21CD-7C3F0E8038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4431" y="2784269"/>
            <a:ext cx="2523498" cy="213423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599A1E6-7F2E-1769-369F-50040B023D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6347" y="2778351"/>
            <a:ext cx="2523498" cy="213423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964A71E-4931-E07F-444C-2E6E46982A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6995" y="971948"/>
            <a:ext cx="2523498" cy="213423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AB778F8-4574-CE0B-C7A4-40B2FE8E7E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135" y="984701"/>
            <a:ext cx="2523498" cy="213423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B7E7450-158C-D6D0-45CC-DF722BD3D059}"/>
              </a:ext>
            </a:extLst>
          </p:cNvPr>
          <p:cNvSpPr txBox="1"/>
          <p:nvPr/>
        </p:nvSpPr>
        <p:spPr>
          <a:xfrm>
            <a:off x="5349471" y="1314417"/>
            <a:ext cx="878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T. Jan/Feb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3EBEE3-65AF-A2A3-6C62-1D1E9796D1F8}"/>
              </a:ext>
            </a:extLst>
          </p:cNvPr>
          <p:cNvSpPr txBox="1"/>
          <p:nvPr/>
        </p:nvSpPr>
        <p:spPr>
          <a:xfrm>
            <a:off x="6651592" y="1294026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>
                <a:highlight>
                  <a:srgbClr val="FFFF00"/>
                </a:highlight>
              </a:rPr>
              <a:t>*P&lt;0.05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4C1B8F-338D-C25B-077D-ADF573014228}"/>
              </a:ext>
            </a:extLst>
          </p:cNvPr>
          <p:cNvSpPr txBox="1"/>
          <p:nvPr/>
        </p:nvSpPr>
        <p:spPr>
          <a:xfrm>
            <a:off x="7729318" y="2371117"/>
            <a:ext cx="862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T.Mar</a:t>
            </a:r>
            <a:r>
              <a:rPr lang="en-GB" sz="1200" b="1" dirty="0"/>
              <a:t>/Apr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2D2353-ADB0-3F81-9334-06CA67778E3E}"/>
              </a:ext>
            </a:extLst>
          </p:cNvPr>
          <p:cNvSpPr txBox="1"/>
          <p:nvPr/>
        </p:nvSpPr>
        <p:spPr>
          <a:xfrm>
            <a:off x="9026911" y="1311890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326C34-A8AA-7D62-6DFE-5D73AAA37CF7}"/>
              </a:ext>
            </a:extLst>
          </p:cNvPr>
          <p:cNvSpPr txBox="1"/>
          <p:nvPr/>
        </p:nvSpPr>
        <p:spPr>
          <a:xfrm>
            <a:off x="5351010" y="3142308"/>
            <a:ext cx="873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T.May</a:t>
            </a:r>
            <a:r>
              <a:rPr lang="en-GB" sz="1200" b="1" dirty="0"/>
              <a:t>/Jun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F891FE-1EF3-2184-1661-94C98AB6667B}"/>
              </a:ext>
            </a:extLst>
          </p:cNvPr>
          <p:cNvSpPr txBox="1"/>
          <p:nvPr/>
        </p:nvSpPr>
        <p:spPr>
          <a:xfrm>
            <a:off x="6168486" y="3121144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53AA03-B074-3BF2-BF87-B4FF67A50F84}"/>
              </a:ext>
            </a:extLst>
          </p:cNvPr>
          <p:cNvSpPr txBox="1"/>
          <p:nvPr/>
        </p:nvSpPr>
        <p:spPr>
          <a:xfrm>
            <a:off x="7705402" y="3137131"/>
            <a:ext cx="8077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T.Jul</a:t>
            </a:r>
            <a:r>
              <a:rPr lang="en-GB" sz="1200" b="1" dirty="0"/>
              <a:t>/Aug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F5D62-717F-A0F1-E514-6D77BB93EFC2}"/>
              </a:ext>
            </a:extLst>
          </p:cNvPr>
          <p:cNvSpPr txBox="1"/>
          <p:nvPr/>
        </p:nvSpPr>
        <p:spPr>
          <a:xfrm>
            <a:off x="9099118" y="3125877"/>
            <a:ext cx="643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D4D307-85CA-F313-1B02-02610D56271E}"/>
              </a:ext>
            </a:extLst>
          </p:cNvPr>
          <p:cNvSpPr txBox="1"/>
          <p:nvPr/>
        </p:nvSpPr>
        <p:spPr>
          <a:xfrm>
            <a:off x="5349471" y="4933465"/>
            <a:ext cx="875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T.Sep</a:t>
            </a:r>
            <a:r>
              <a:rPr lang="en-GB" sz="1200" b="1" dirty="0"/>
              <a:t>/Oct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06FED3-A1C7-6D11-83F4-E5037590BDA3}"/>
              </a:ext>
            </a:extLst>
          </p:cNvPr>
          <p:cNvSpPr txBox="1"/>
          <p:nvPr/>
        </p:nvSpPr>
        <p:spPr>
          <a:xfrm>
            <a:off x="6612956" y="4912585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51BFB8-B6F7-C1FD-0899-6037A5318813}"/>
              </a:ext>
            </a:extLst>
          </p:cNvPr>
          <p:cNvSpPr txBox="1"/>
          <p:nvPr/>
        </p:nvSpPr>
        <p:spPr>
          <a:xfrm>
            <a:off x="7705402" y="4912585"/>
            <a:ext cx="9100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T.Nov</a:t>
            </a:r>
            <a:r>
              <a:rPr lang="en-GB" sz="1200" b="1" dirty="0"/>
              <a:t>/Dec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428C40-5484-9794-E375-D9C2A06C849F}"/>
              </a:ext>
            </a:extLst>
          </p:cNvPr>
          <p:cNvSpPr txBox="1"/>
          <p:nvPr/>
        </p:nvSpPr>
        <p:spPr>
          <a:xfrm>
            <a:off x="9026911" y="4915556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5DBA61-4BB8-65B2-755F-7E61190C7B9B}"/>
              </a:ext>
            </a:extLst>
          </p:cNvPr>
          <p:cNvSpPr txBox="1"/>
          <p:nvPr/>
        </p:nvSpPr>
        <p:spPr>
          <a:xfrm>
            <a:off x="445182" y="1311890"/>
            <a:ext cx="917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C. Jan/Feb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D98551-E56A-59D5-A3F2-C268D4F9B0B6}"/>
              </a:ext>
            </a:extLst>
          </p:cNvPr>
          <p:cNvSpPr txBox="1"/>
          <p:nvPr/>
        </p:nvSpPr>
        <p:spPr>
          <a:xfrm>
            <a:off x="1817836" y="1317967"/>
            <a:ext cx="643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F6D18C-A731-5565-EB0C-A1E62E3ED6C5}"/>
              </a:ext>
            </a:extLst>
          </p:cNvPr>
          <p:cNvSpPr txBox="1"/>
          <p:nvPr/>
        </p:nvSpPr>
        <p:spPr>
          <a:xfrm>
            <a:off x="2937242" y="2350882"/>
            <a:ext cx="9014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C.Mar</a:t>
            </a:r>
            <a:r>
              <a:rPr lang="en-GB" sz="1200" b="1" dirty="0"/>
              <a:t>/Apr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45BA8E1-CE2E-4702-4C73-F055F36A7134}"/>
              </a:ext>
            </a:extLst>
          </p:cNvPr>
          <p:cNvSpPr txBox="1"/>
          <p:nvPr/>
        </p:nvSpPr>
        <p:spPr>
          <a:xfrm>
            <a:off x="4225195" y="1317967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A2859C-0BD1-D908-C82F-BF817219AE8E}"/>
              </a:ext>
            </a:extLst>
          </p:cNvPr>
          <p:cNvSpPr txBox="1"/>
          <p:nvPr/>
        </p:nvSpPr>
        <p:spPr>
          <a:xfrm>
            <a:off x="451108" y="3153904"/>
            <a:ext cx="912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C.May</a:t>
            </a:r>
            <a:r>
              <a:rPr lang="en-GB" sz="1200" b="1" dirty="0"/>
              <a:t>/Jun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7519E1-6AAE-B9C1-312D-5B4AA6196CA9}"/>
              </a:ext>
            </a:extLst>
          </p:cNvPr>
          <p:cNvSpPr txBox="1"/>
          <p:nvPr/>
        </p:nvSpPr>
        <p:spPr>
          <a:xfrm>
            <a:off x="1742674" y="3125877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/>
              <a:t>*P&lt;0.05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D8BA62-85E6-F777-2EA6-03CE5C9B2933}"/>
              </a:ext>
            </a:extLst>
          </p:cNvPr>
          <p:cNvSpPr txBox="1"/>
          <p:nvPr/>
        </p:nvSpPr>
        <p:spPr>
          <a:xfrm>
            <a:off x="2882320" y="3137130"/>
            <a:ext cx="8469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C.Jul</a:t>
            </a:r>
            <a:r>
              <a:rPr lang="en-GB" sz="1200" b="1" dirty="0"/>
              <a:t>/Aug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921B63-6C4C-A20C-A0E1-347C17D11C2D}"/>
              </a:ext>
            </a:extLst>
          </p:cNvPr>
          <p:cNvSpPr txBox="1"/>
          <p:nvPr/>
        </p:nvSpPr>
        <p:spPr>
          <a:xfrm>
            <a:off x="4194829" y="3149818"/>
            <a:ext cx="643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244E31-38D3-B616-5413-9770DB683EF3}"/>
              </a:ext>
            </a:extLst>
          </p:cNvPr>
          <p:cNvSpPr txBox="1"/>
          <p:nvPr/>
        </p:nvSpPr>
        <p:spPr>
          <a:xfrm>
            <a:off x="445182" y="4936526"/>
            <a:ext cx="914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C.Sep</a:t>
            </a:r>
            <a:r>
              <a:rPr lang="en-GB" sz="1200" b="1" dirty="0"/>
              <a:t>/Oct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5D5089-4B89-1972-2E1C-06B91003C8E3}"/>
              </a:ext>
            </a:extLst>
          </p:cNvPr>
          <p:cNvSpPr txBox="1"/>
          <p:nvPr/>
        </p:nvSpPr>
        <p:spPr>
          <a:xfrm>
            <a:off x="1717972" y="5802792"/>
            <a:ext cx="71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*P&lt;0.05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CD8CF9-2FB4-D1E0-B52D-A88AC204B1ED}"/>
              </a:ext>
            </a:extLst>
          </p:cNvPr>
          <p:cNvSpPr txBox="1"/>
          <p:nvPr/>
        </p:nvSpPr>
        <p:spPr>
          <a:xfrm>
            <a:off x="2887104" y="4924555"/>
            <a:ext cx="949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 err="1"/>
              <a:t>C.Nov</a:t>
            </a:r>
            <a:r>
              <a:rPr lang="en-GB" sz="1200" b="1" dirty="0"/>
              <a:t>/Dec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2908AF-2987-F22D-79EC-8F7F1668FD87}"/>
              </a:ext>
            </a:extLst>
          </p:cNvPr>
          <p:cNvSpPr txBox="1"/>
          <p:nvPr/>
        </p:nvSpPr>
        <p:spPr>
          <a:xfrm>
            <a:off x="4193154" y="4939497"/>
            <a:ext cx="643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rgbClr val="FF0000"/>
                </a:solidFill>
              </a:rPr>
              <a:t>P&gt;0.05</a:t>
            </a:r>
          </a:p>
          <a:p>
            <a:pPr algn="r"/>
            <a:r>
              <a:rPr lang="en-GB" sz="1200" dirty="0"/>
              <a:t>P&gt;0.05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D282B38-23E7-6009-82CB-9D0F0407941E}"/>
              </a:ext>
            </a:extLst>
          </p:cNvPr>
          <p:cNvSpPr/>
          <p:nvPr/>
        </p:nvSpPr>
        <p:spPr>
          <a:xfrm>
            <a:off x="0" y="1046322"/>
            <a:ext cx="9906000" cy="5811678"/>
          </a:xfrm>
          <a:custGeom>
            <a:avLst/>
            <a:gdLst>
              <a:gd name="connsiteX0" fmla="*/ 4952427 w 9906000"/>
              <a:gd name="connsiteY0" fmla="*/ 133763 h 5811678"/>
              <a:gd name="connsiteX1" fmla="*/ 4952427 w 9906000"/>
              <a:gd name="connsiteY1" fmla="*/ 1999587 h 5811678"/>
              <a:gd name="connsiteX2" fmla="*/ 7402695 w 9906000"/>
              <a:gd name="connsiteY2" fmla="*/ 1999587 h 5811678"/>
              <a:gd name="connsiteX3" fmla="*/ 7402695 w 9906000"/>
              <a:gd name="connsiteY3" fmla="*/ 133763 h 5811678"/>
              <a:gd name="connsiteX4" fmla="*/ 57757 w 9906000"/>
              <a:gd name="connsiteY4" fmla="*/ 133763 h 5811678"/>
              <a:gd name="connsiteX5" fmla="*/ 57757 w 9906000"/>
              <a:gd name="connsiteY5" fmla="*/ 1999587 h 5811678"/>
              <a:gd name="connsiteX6" fmla="*/ 2508025 w 9906000"/>
              <a:gd name="connsiteY6" fmla="*/ 1999587 h 5811678"/>
              <a:gd name="connsiteX7" fmla="*/ 2508025 w 9906000"/>
              <a:gd name="connsiteY7" fmla="*/ 133763 h 5811678"/>
              <a:gd name="connsiteX8" fmla="*/ 0 w 9906000"/>
              <a:gd name="connsiteY8" fmla="*/ 0 h 5811678"/>
              <a:gd name="connsiteX9" fmla="*/ 9906000 w 9906000"/>
              <a:gd name="connsiteY9" fmla="*/ 0 h 5811678"/>
              <a:gd name="connsiteX10" fmla="*/ 9906000 w 9906000"/>
              <a:gd name="connsiteY10" fmla="*/ 5811678 h 5811678"/>
              <a:gd name="connsiteX11" fmla="*/ 0 w 9906000"/>
              <a:gd name="connsiteY11" fmla="*/ 5811678 h 5811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906000" h="5811678">
                <a:moveTo>
                  <a:pt x="4952427" y="133763"/>
                </a:moveTo>
                <a:lnTo>
                  <a:pt x="4952427" y="1999587"/>
                </a:lnTo>
                <a:lnTo>
                  <a:pt x="7402695" y="1999587"/>
                </a:lnTo>
                <a:lnTo>
                  <a:pt x="7402695" y="133763"/>
                </a:lnTo>
                <a:close/>
                <a:moveTo>
                  <a:pt x="57757" y="133763"/>
                </a:moveTo>
                <a:lnTo>
                  <a:pt x="57757" y="1999587"/>
                </a:lnTo>
                <a:lnTo>
                  <a:pt x="2508025" y="1999587"/>
                </a:lnTo>
                <a:lnTo>
                  <a:pt x="2508025" y="133763"/>
                </a:lnTo>
                <a:close/>
                <a:moveTo>
                  <a:pt x="0" y="0"/>
                </a:moveTo>
                <a:lnTo>
                  <a:pt x="9906000" y="0"/>
                </a:lnTo>
                <a:lnTo>
                  <a:pt x="9906000" y="5811678"/>
                </a:lnTo>
                <a:lnTo>
                  <a:pt x="0" y="5811678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A79488-406C-45AC-13B2-F7F336261DE8}"/>
              </a:ext>
            </a:extLst>
          </p:cNvPr>
          <p:cNvSpPr/>
          <p:nvPr/>
        </p:nvSpPr>
        <p:spPr>
          <a:xfrm>
            <a:off x="57757" y="1180085"/>
            <a:ext cx="2450268" cy="18658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BEF94D-C0EC-608C-BDD5-8565E88CF2DF}"/>
              </a:ext>
            </a:extLst>
          </p:cNvPr>
          <p:cNvSpPr/>
          <p:nvPr/>
        </p:nvSpPr>
        <p:spPr>
          <a:xfrm>
            <a:off x="4952427" y="1180085"/>
            <a:ext cx="2450268" cy="18658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F4921E-4FEA-CEB2-EE1B-1D20C972EF9B}"/>
              </a:ext>
            </a:extLst>
          </p:cNvPr>
          <p:cNvSpPr/>
          <p:nvPr/>
        </p:nvSpPr>
        <p:spPr>
          <a:xfrm>
            <a:off x="5141098" y="3306857"/>
            <a:ext cx="2061497" cy="11083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Doesn’t seem like a notable difference considering that there are no values &gt;7 for Jan/Feb</a:t>
            </a:r>
          </a:p>
        </p:txBody>
      </p:sp>
    </p:spTree>
    <p:extLst>
      <p:ext uri="{BB962C8B-B14F-4D97-AF65-F5344CB8AC3E}">
        <p14:creationId xmlns:p14="http://schemas.microsoft.com/office/powerpoint/2010/main" val="223391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9A75B6-C370-88BA-AAFA-532BF7FE0ECE}"/>
              </a:ext>
            </a:extLst>
          </p:cNvPr>
          <p:cNvSpPr txBox="1">
            <a:spLocks/>
          </p:cNvSpPr>
          <p:nvPr/>
        </p:nvSpPr>
        <p:spPr>
          <a:xfrm>
            <a:off x="316052" y="342900"/>
            <a:ext cx="8972005" cy="457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/>
              <a:t>GAM Model Sensitivity Checks: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6C61DE-2026-350D-A383-562267432D7B}"/>
              </a:ext>
            </a:extLst>
          </p:cNvPr>
          <p:cNvSpPr txBox="1">
            <a:spLocks/>
          </p:cNvSpPr>
          <p:nvPr/>
        </p:nvSpPr>
        <p:spPr>
          <a:xfrm>
            <a:off x="316052" y="1066799"/>
            <a:ext cx="8543925" cy="55626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b="1" dirty="0"/>
              <a:t>Concern 1: Cannot tell how these models calculate interactions, I can see no obvious main effects, just marginal ones.</a:t>
            </a:r>
            <a:r>
              <a:rPr lang="en-GB" sz="18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The models can only take one categorical variable at a time, not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I can see no way of deconstructing the interaction (i.e. only look at season, or treatment), I had to force the 3-way with a new categorical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Nguyen et al. (2023 ) model seems more like a stratification analysis than an interaction/effect modification analysis (see below):</a:t>
            </a:r>
          </a:p>
          <a:p>
            <a:endParaRPr lang="en-GB" sz="1800" b="1" dirty="0"/>
          </a:p>
          <a:p>
            <a:pPr marL="266700"/>
            <a:r>
              <a:rPr lang="en-GB" sz="1800" i="1" dirty="0" err="1"/>
              <a:t>new_fit</a:t>
            </a:r>
            <a:r>
              <a:rPr lang="en-GB" sz="1800" i="1" dirty="0"/>
              <a:t> = </a:t>
            </a:r>
            <a:r>
              <a:rPr lang="en-GB" sz="1800" i="1" dirty="0" err="1"/>
              <a:t>mgcv</a:t>
            </a:r>
            <a:r>
              <a:rPr lang="en-GB" sz="1800" i="1" dirty="0"/>
              <a:t>::gam(</a:t>
            </a:r>
            <a:r>
              <a:rPr lang="en-GB" sz="1800" i="1" dirty="0" err="1"/>
              <a:t>yname</a:t>
            </a:r>
            <a:r>
              <a:rPr lang="en-GB" sz="1800" i="1" dirty="0"/>
              <a:t>~ s(</a:t>
            </a:r>
            <a:r>
              <a:rPr lang="en-GB" sz="1800" i="1" dirty="0" err="1"/>
              <a:t>risk_factor</a:t>
            </a:r>
            <a:r>
              <a:rPr lang="en-GB" sz="1800" i="1" dirty="0"/>
              <a:t>, by = tr),</a:t>
            </a:r>
          </a:p>
          <a:p>
            <a:pPr marL="266700"/>
            <a:r>
              <a:rPr lang="en-GB" sz="1800" i="1" dirty="0"/>
              <a:t>                      family = "binomial",</a:t>
            </a:r>
          </a:p>
          <a:p>
            <a:pPr marL="266700"/>
            <a:r>
              <a:rPr lang="en-GB" sz="1800" i="1" dirty="0"/>
              <a:t>                      data = data,</a:t>
            </a:r>
          </a:p>
          <a:p>
            <a:pPr marL="266700"/>
            <a:r>
              <a:rPr lang="en-GB" sz="1800" i="1" dirty="0"/>
              <a:t>                      method = "REML",</a:t>
            </a:r>
          </a:p>
          <a:p>
            <a:pPr marL="266700"/>
            <a:r>
              <a:rPr lang="en-GB" sz="1800" i="1" dirty="0"/>
              <a:t>                      select = TRUE,</a:t>
            </a:r>
          </a:p>
          <a:p>
            <a:pPr marL="266700"/>
            <a:r>
              <a:rPr lang="en-GB" sz="1800" i="1" dirty="0"/>
              <a:t>                      </a:t>
            </a:r>
            <a:r>
              <a:rPr lang="en-GB" sz="1800" i="1" dirty="0" err="1"/>
              <a:t>na.action</a:t>
            </a:r>
            <a:r>
              <a:rPr lang="en-GB" sz="1800" i="1" dirty="0"/>
              <a:t>=</a:t>
            </a:r>
            <a:r>
              <a:rPr lang="en-GB" sz="1800" i="1" dirty="0" err="1"/>
              <a:t>na.exclude</a:t>
            </a:r>
            <a:r>
              <a:rPr lang="en-GB" sz="1800" i="1" dirty="0"/>
              <a:t>,</a:t>
            </a:r>
          </a:p>
          <a:p>
            <a:pPr marL="266700"/>
            <a:r>
              <a:rPr lang="en-GB" sz="1800" i="1" dirty="0"/>
              <a:t>                      random = ~(1|clusterid))</a:t>
            </a:r>
          </a:p>
          <a:p>
            <a:endParaRPr lang="en-GB" sz="1800" dirty="0"/>
          </a:p>
          <a:p>
            <a:r>
              <a:rPr lang="en-GB" sz="1800" b="1" dirty="0"/>
              <a:t>Concern 2: Does using a non-linear model really give us something more/better? </a:t>
            </a:r>
            <a:r>
              <a:rPr lang="en-GB" sz="1800" dirty="0"/>
              <a:t>When the GAM model is configured like the LMER, we get something very similar to the linear relationship identified by the LMER. Changing models will set us back and I don’t think it will change our interpretation much. </a:t>
            </a:r>
          </a:p>
        </p:txBody>
      </p:sp>
    </p:spTree>
    <p:extLst>
      <p:ext uri="{BB962C8B-B14F-4D97-AF65-F5344CB8AC3E}">
        <p14:creationId xmlns:p14="http://schemas.microsoft.com/office/powerpoint/2010/main" val="101718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1885</Words>
  <Application>Microsoft Office PowerPoint</Application>
  <PresentationFormat>A4 Paper (210x297 mm)</PresentationFormat>
  <Paragraphs>252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RAW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Claudia  Offner</dc:creator>
  <cp:lastModifiedBy>Claudia  Offner</cp:lastModifiedBy>
  <cp:revision>4</cp:revision>
  <dcterms:created xsi:type="dcterms:W3CDTF">2024-03-19T14:33:32Z</dcterms:created>
  <dcterms:modified xsi:type="dcterms:W3CDTF">2024-05-20T11:17:46Z</dcterms:modified>
</cp:coreProperties>
</file>